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60" r:id="rId1"/>
    <p:sldMasterId id="2147483682" r:id="rId2"/>
    <p:sldMasterId id="2147483671" r:id="rId3"/>
  </p:sldMasterIdLst>
  <p:notesMasterIdLst>
    <p:notesMasterId r:id="rId33"/>
  </p:notesMasterIdLst>
  <p:sldIdLst>
    <p:sldId id="256" r:id="rId4"/>
    <p:sldId id="297" r:id="rId5"/>
    <p:sldId id="290" r:id="rId6"/>
    <p:sldId id="341" r:id="rId7"/>
    <p:sldId id="343" r:id="rId8"/>
    <p:sldId id="344" r:id="rId9"/>
    <p:sldId id="346" r:id="rId10"/>
    <p:sldId id="345" r:id="rId11"/>
    <p:sldId id="347" r:id="rId12"/>
    <p:sldId id="348" r:id="rId13"/>
    <p:sldId id="349" r:id="rId14"/>
    <p:sldId id="353" r:id="rId15"/>
    <p:sldId id="354" r:id="rId16"/>
    <p:sldId id="355" r:id="rId17"/>
    <p:sldId id="358" r:id="rId18"/>
    <p:sldId id="352" r:id="rId19"/>
    <p:sldId id="361" r:id="rId20"/>
    <p:sldId id="362" r:id="rId21"/>
    <p:sldId id="356" r:id="rId22"/>
    <p:sldId id="357" r:id="rId23"/>
    <p:sldId id="360" r:id="rId24"/>
    <p:sldId id="359" r:id="rId25"/>
    <p:sldId id="363" r:id="rId26"/>
    <p:sldId id="366" r:id="rId27"/>
    <p:sldId id="365" r:id="rId28"/>
    <p:sldId id="364" r:id="rId29"/>
    <p:sldId id="367" r:id="rId30"/>
    <p:sldId id="317" r:id="rId31"/>
    <p:sldId id="368" r:id="rId32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4924642F-598C-497A-86C9-3A01B15E8C62}">
          <p14:sldIdLst>
            <p14:sldId id="256"/>
          </p14:sldIdLst>
        </p14:section>
        <p14:section name="Visão Geral" id="{48098578-98F6-483E-9691-A068F8EB5562}">
          <p14:sldIdLst>
            <p14:sldId id="297"/>
            <p14:sldId id="290"/>
            <p14:sldId id="341"/>
            <p14:sldId id="343"/>
            <p14:sldId id="344"/>
            <p14:sldId id="346"/>
            <p14:sldId id="345"/>
            <p14:sldId id="347"/>
            <p14:sldId id="348"/>
            <p14:sldId id="349"/>
            <p14:sldId id="353"/>
            <p14:sldId id="354"/>
            <p14:sldId id="355"/>
            <p14:sldId id="358"/>
            <p14:sldId id="352"/>
            <p14:sldId id="361"/>
            <p14:sldId id="362"/>
            <p14:sldId id="356"/>
            <p14:sldId id="357"/>
            <p14:sldId id="360"/>
            <p14:sldId id="359"/>
            <p14:sldId id="363"/>
            <p14:sldId id="366"/>
            <p14:sldId id="365"/>
            <p14:sldId id="364"/>
            <p14:sldId id="367"/>
            <p14:sldId id="317"/>
            <p14:sldId id="3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020D"/>
    <a:srgbClr val="960F68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26" autoAdjust="0"/>
    <p:restoredTop sz="95462" autoAdjust="0"/>
  </p:normalViewPr>
  <p:slideViewPr>
    <p:cSldViewPr>
      <p:cViewPr varScale="1">
        <p:scale>
          <a:sx n="109" d="100"/>
          <a:sy n="109" d="100"/>
        </p:scale>
        <p:origin x="128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808AB-B644-4485-9527-B919905C7BEE}" type="datetimeFigureOut">
              <a:rPr lang="pt-BR" smtClean="0"/>
              <a:t>28/05/2026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E3C4D5-F735-4CA0-B53B-4F87B714FF6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6313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43825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64064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67821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9751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09621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05355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64465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75249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17808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59161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61242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75766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48878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47012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22063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87795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36795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4060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81706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46604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85503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71895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62908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04837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06048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98833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316545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E3C4D5-F735-4CA0-B53B-4F87B714FF67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508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16.jpe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7" Type="http://schemas.openxmlformats.org/officeDocument/2006/relationships/image" Target="../media/image28.jpe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7" Type="http://schemas.openxmlformats.org/officeDocument/2006/relationships/image" Target="../media/image27.jpeg"/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3.jpeg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shutterstock_109844576.jpg"/>
          <p:cNvPicPr/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7698382" y="1446"/>
            <a:ext cx="1445617" cy="6855107"/>
          </a:xfrm>
          <a:prstGeom prst="rect">
            <a:avLst/>
          </a:prstGeom>
          <a:ln w="12700">
            <a:miter lim="400000"/>
          </a:ln>
        </p:spPr>
      </p:pic>
      <p:pic>
        <p:nvPicPr>
          <p:cNvPr id="20" name="shutterstock_45951769.jpg"/>
          <p:cNvPicPr/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35"/>
          <a:stretch/>
        </p:blipFill>
        <p:spPr>
          <a:xfrm flipH="1">
            <a:off x="6160619" y="6831"/>
            <a:ext cx="1432163" cy="6878553"/>
          </a:xfrm>
          <a:prstGeom prst="rect">
            <a:avLst/>
          </a:prstGeom>
          <a:ln w="12700">
            <a:miter lim="400000"/>
          </a:ln>
        </p:spPr>
      </p:pic>
      <p:pic>
        <p:nvPicPr>
          <p:cNvPr id="22" name="shutterstock_139200059.jpg"/>
          <p:cNvPicPr/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4620462" y="6830"/>
            <a:ext cx="1432163" cy="6849723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shutterstock_44239798.jpg"/>
          <p:cNvPicPr/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540153" y="1446"/>
            <a:ext cx="1432163" cy="6856554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shutterstock_85780294.jpg"/>
          <p:cNvPicPr/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420"/>
          <a:stretch/>
        </p:blipFill>
        <p:spPr>
          <a:xfrm flipH="1">
            <a:off x="3107233" y="0"/>
            <a:ext cx="1432163" cy="6885384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shutterstock_42489445.jpg"/>
          <p:cNvPicPr/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-3939"/>
            <a:ext cx="1432163" cy="6861939"/>
          </a:xfrm>
          <a:prstGeom prst="rect">
            <a:avLst/>
          </a:prstGeom>
          <a:ln w="12700">
            <a:miter lim="400000"/>
          </a:ln>
        </p:spPr>
      </p:pic>
      <p:sp>
        <p:nvSpPr>
          <p:cNvPr id="55" name="Shape 11"/>
          <p:cNvSpPr/>
          <p:nvPr userDrawn="1"/>
        </p:nvSpPr>
        <p:spPr>
          <a:xfrm>
            <a:off x="6533765" y="-288478"/>
            <a:ext cx="2769551" cy="27695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FFFF">
              <a:alpha val="92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46" name="Shape 45"/>
          <p:cNvSpPr/>
          <p:nvPr userDrawn="1"/>
        </p:nvSpPr>
        <p:spPr>
          <a:xfrm>
            <a:off x="8759908" y="1773289"/>
            <a:ext cx="636627" cy="350998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47" name="Shape 46"/>
          <p:cNvSpPr/>
          <p:nvPr userDrawn="1"/>
        </p:nvSpPr>
        <p:spPr>
          <a:xfrm>
            <a:off x="8581630" y="1624716"/>
            <a:ext cx="356557" cy="350998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57" name="Shape 16"/>
          <p:cNvSpPr/>
          <p:nvPr userDrawn="1"/>
        </p:nvSpPr>
        <p:spPr>
          <a:xfrm>
            <a:off x="-25578" y="3102404"/>
            <a:ext cx="7472623" cy="162274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92000"/>
                </a:srgbClr>
              </a:gs>
              <a:gs pos="100000">
                <a:srgbClr val="960F68">
                  <a:alpha val="9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58" name="Shape 19"/>
          <p:cNvSpPr/>
          <p:nvPr userDrawn="1"/>
        </p:nvSpPr>
        <p:spPr>
          <a:xfrm>
            <a:off x="-10509" y="992541"/>
            <a:ext cx="622069" cy="87867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59" name="Shape 20"/>
          <p:cNvSpPr/>
          <p:nvPr userDrawn="1"/>
        </p:nvSpPr>
        <p:spPr>
          <a:xfrm>
            <a:off x="274523" y="787262"/>
            <a:ext cx="991497" cy="87867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60" name="Shape 21"/>
          <p:cNvSpPr/>
          <p:nvPr userDrawn="1"/>
        </p:nvSpPr>
        <p:spPr>
          <a:xfrm>
            <a:off x="-25578" y="1263639"/>
            <a:ext cx="3120561" cy="4613633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61" name="2 Subtítulo"/>
          <p:cNvSpPr>
            <a:spLocks noGrp="1"/>
          </p:cNvSpPr>
          <p:nvPr>
            <p:ph type="subTitle" idx="1" hasCustomPrompt="1"/>
          </p:nvPr>
        </p:nvSpPr>
        <p:spPr>
          <a:xfrm>
            <a:off x="317946" y="3573016"/>
            <a:ext cx="6846341" cy="1152128"/>
          </a:xfrm>
        </p:spPr>
        <p:txBody>
          <a:bodyPr>
            <a:normAutofit/>
          </a:bodyPr>
          <a:lstStyle>
            <a:lvl1pPr marL="0" indent="0" algn="l">
              <a:buNone/>
              <a:defRPr sz="180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/>
              <a:t>subtítulo de la presentación de ejemplo (</a:t>
            </a:r>
            <a:r>
              <a:rPr lang="es-ES" dirty="0" err="1"/>
              <a:t>arial</a:t>
            </a:r>
            <a:r>
              <a:rPr lang="es-ES" dirty="0"/>
              <a:t> 18, minúsculas)</a:t>
            </a:r>
          </a:p>
        </p:txBody>
      </p:sp>
      <p:sp>
        <p:nvSpPr>
          <p:cNvPr id="62" name="1 Título"/>
          <p:cNvSpPr>
            <a:spLocks noGrp="1"/>
          </p:cNvSpPr>
          <p:nvPr>
            <p:ph type="ctrTitle" hasCustomPrompt="1"/>
          </p:nvPr>
        </p:nvSpPr>
        <p:spPr>
          <a:xfrm>
            <a:off x="317946" y="3284984"/>
            <a:ext cx="6846341" cy="288032"/>
          </a:xfrm>
        </p:spPr>
        <p:txBody>
          <a:bodyPr>
            <a:noAutofit/>
          </a:bodyPr>
          <a:lstStyle>
            <a:lvl1pPr algn="l">
              <a:defRPr sz="2000"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s-ES" dirty="0"/>
              <a:t>Título de la presentación (</a:t>
            </a:r>
            <a:r>
              <a:rPr lang="es-ES" dirty="0" err="1"/>
              <a:t>arial</a:t>
            </a:r>
            <a:r>
              <a:rPr lang="es-ES" dirty="0"/>
              <a:t> 30, minúsculas,  </a:t>
            </a:r>
            <a:r>
              <a:rPr lang="es-ES" dirty="0" err="1"/>
              <a:t>bold</a:t>
            </a:r>
            <a:r>
              <a:rPr lang="es-ES" dirty="0"/>
              <a:t>)</a:t>
            </a:r>
          </a:p>
        </p:txBody>
      </p:sp>
      <p:sp>
        <p:nvSpPr>
          <p:cNvPr id="41" name="Shape 37"/>
          <p:cNvSpPr/>
          <p:nvPr/>
        </p:nvSpPr>
        <p:spPr>
          <a:xfrm>
            <a:off x="5131052" y="4713057"/>
            <a:ext cx="988682" cy="876183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42" name="Shape 38"/>
          <p:cNvSpPr/>
          <p:nvPr/>
        </p:nvSpPr>
        <p:spPr>
          <a:xfrm>
            <a:off x="4902443" y="4620717"/>
            <a:ext cx="457219" cy="47926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1570845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21"/>
          <p:cNvSpPr/>
          <p:nvPr userDrawn="1"/>
        </p:nvSpPr>
        <p:spPr>
          <a:xfrm>
            <a:off x="0" y="1263639"/>
            <a:ext cx="3084049" cy="4613633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14" name="Shape 16"/>
          <p:cNvSpPr/>
          <p:nvPr userDrawn="1"/>
        </p:nvSpPr>
        <p:spPr>
          <a:xfrm>
            <a:off x="-25578" y="2492896"/>
            <a:ext cx="7472623" cy="2367454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92000"/>
                </a:srgbClr>
              </a:gs>
              <a:gs pos="100000">
                <a:srgbClr val="960F68">
                  <a:alpha val="9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18" name="Shape 37"/>
          <p:cNvSpPr/>
          <p:nvPr userDrawn="1"/>
        </p:nvSpPr>
        <p:spPr>
          <a:xfrm>
            <a:off x="5131052" y="4713057"/>
            <a:ext cx="1232442" cy="109220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19" name="Shape 38"/>
          <p:cNvSpPr/>
          <p:nvPr userDrawn="1"/>
        </p:nvSpPr>
        <p:spPr>
          <a:xfrm>
            <a:off x="4902443" y="4620717"/>
            <a:ext cx="569947" cy="597431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15" name="Shape 19"/>
          <p:cNvSpPr/>
          <p:nvPr userDrawn="1"/>
        </p:nvSpPr>
        <p:spPr>
          <a:xfrm>
            <a:off x="-10509" y="992541"/>
            <a:ext cx="622069" cy="87867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16" name="Shape 20"/>
          <p:cNvSpPr/>
          <p:nvPr userDrawn="1"/>
        </p:nvSpPr>
        <p:spPr>
          <a:xfrm>
            <a:off x="274523" y="787262"/>
            <a:ext cx="991497" cy="87867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46" name="Shape 45"/>
          <p:cNvSpPr/>
          <p:nvPr userDrawn="1"/>
        </p:nvSpPr>
        <p:spPr>
          <a:xfrm>
            <a:off x="7255314" y="5843618"/>
            <a:ext cx="1888686" cy="1041308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47" name="Shape 46"/>
          <p:cNvSpPr/>
          <p:nvPr userDrawn="1"/>
        </p:nvSpPr>
        <p:spPr>
          <a:xfrm>
            <a:off x="6841253" y="5517232"/>
            <a:ext cx="1057800" cy="1041308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21" name="2 Subtítulo"/>
          <p:cNvSpPr>
            <a:spLocks noGrp="1"/>
          </p:cNvSpPr>
          <p:nvPr>
            <p:ph type="subTitle" idx="1" hasCustomPrompt="1"/>
          </p:nvPr>
        </p:nvSpPr>
        <p:spPr>
          <a:xfrm>
            <a:off x="317946" y="3356992"/>
            <a:ext cx="6846341" cy="1152128"/>
          </a:xfrm>
        </p:spPr>
        <p:txBody>
          <a:bodyPr>
            <a:normAutofit/>
          </a:bodyPr>
          <a:lstStyle>
            <a:lvl1pPr marL="0" indent="0" algn="l">
              <a:buNone/>
              <a:defRPr sz="180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/>
              <a:t>subtítulo de la presentación de ejemplo (</a:t>
            </a:r>
            <a:r>
              <a:rPr lang="es-ES" dirty="0" err="1"/>
              <a:t>arial</a:t>
            </a:r>
            <a:r>
              <a:rPr lang="es-ES" dirty="0"/>
              <a:t> 18, minúsculas)</a:t>
            </a:r>
          </a:p>
        </p:txBody>
      </p:sp>
      <p:sp>
        <p:nvSpPr>
          <p:cNvPr id="23" name="1 Título"/>
          <p:cNvSpPr>
            <a:spLocks noGrp="1"/>
          </p:cNvSpPr>
          <p:nvPr>
            <p:ph type="ctrTitle" hasCustomPrompt="1"/>
          </p:nvPr>
        </p:nvSpPr>
        <p:spPr>
          <a:xfrm>
            <a:off x="317946" y="3068960"/>
            <a:ext cx="6846341" cy="288032"/>
          </a:xfrm>
        </p:spPr>
        <p:txBody>
          <a:bodyPr>
            <a:noAutofit/>
          </a:bodyPr>
          <a:lstStyle>
            <a:lvl1pPr algn="l">
              <a:defRPr sz="2000"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s-ES" dirty="0"/>
              <a:t>Título de la presentación (</a:t>
            </a:r>
            <a:r>
              <a:rPr lang="es-ES" dirty="0" err="1"/>
              <a:t>arial</a:t>
            </a:r>
            <a:r>
              <a:rPr lang="es-ES" dirty="0"/>
              <a:t> 30, minúsculas,  </a:t>
            </a:r>
            <a:r>
              <a:rPr lang="es-ES" dirty="0" err="1"/>
              <a:t>bold</a:t>
            </a:r>
            <a:r>
              <a:rPr lang="es-E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64752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19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061AB-E3E3-4B82-98B1-945D99ABF5FB}" type="slidenum">
              <a:rPr lang="es-ES" smtClean="0"/>
              <a:t>‹nº›</a:t>
            </a:fld>
            <a:endParaRPr lang="es-ES"/>
          </a:p>
        </p:txBody>
      </p:sp>
      <p:sp>
        <p:nvSpPr>
          <p:cNvPr id="22" name="21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2987824" y="2780928"/>
            <a:ext cx="5616624" cy="2376264"/>
          </a:xfrm>
        </p:spPr>
        <p:txBody>
          <a:bodyPr/>
          <a:lstStyle>
            <a:lvl1pPr marL="271463" indent="-271463">
              <a:buClr>
                <a:srgbClr val="960F68"/>
              </a:buClr>
              <a:buFont typeface="+mj-lt"/>
              <a:buAutoNum type="arabicPeriod"/>
              <a:defRPr sz="1800" b="1" baseline="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1pPr>
            <a:lvl2pPr marL="625475" indent="-168275">
              <a:buClr>
                <a:srgbClr val="960F68"/>
              </a:buClr>
              <a:buFont typeface="+mj-lt"/>
              <a:buAutoNum type="romanLcPeriod"/>
              <a:defRPr sz="1400" baseline="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2pPr>
            <a:lvl3pPr marL="1077913" indent="-163513">
              <a:buClr>
                <a:srgbClr val="969696"/>
              </a:buClr>
              <a:defRPr sz="1200" baseline="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3pPr>
            <a:lvl4pPr marL="1371600" indent="0">
              <a:buNone/>
              <a:defRPr>
                <a:latin typeface="Arial" pitchFamily="34" charset="0"/>
                <a:cs typeface="Arial" pitchFamily="34" charset="0"/>
              </a:defRPr>
            </a:lvl4pPr>
            <a:lvl5pPr marL="1828800" indent="0">
              <a:buNone/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  <a:p>
            <a:pPr lvl="1"/>
            <a:r>
              <a:rPr lang="es-ES" dirty="0" err="1"/>
              <a:t>arial</a:t>
            </a:r>
            <a:r>
              <a:rPr lang="es-ES" dirty="0"/>
              <a:t> 14, gris oscuro</a:t>
            </a:r>
          </a:p>
          <a:p>
            <a:pPr lvl="1"/>
            <a:r>
              <a:rPr lang="es-ES" dirty="0" err="1"/>
              <a:t>arial</a:t>
            </a:r>
            <a:r>
              <a:rPr lang="es-ES" dirty="0"/>
              <a:t> 14, gris oscuro</a:t>
            </a:r>
          </a:p>
          <a:p>
            <a:pPr lvl="2"/>
            <a:r>
              <a:rPr lang="es-ES" dirty="0" err="1"/>
              <a:t>arial</a:t>
            </a:r>
            <a:r>
              <a:rPr lang="es-ES" dirty="0"/>
              <a:t> 12, gris oscuro</a:t>
            </a:r>
          </a:p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</p:txBody>
      </p:sp>
      <p:pic>
        <p:nvPicPr>
          <p:cNvPr id="18" name="shutterstock_45951769.jpg"/>
          <p:cNvPicPr/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1296000"/>
            <a:ext cx="2545200" cy="5562000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Shape 68"/>
          <p:cNvSpPr/>
          <p:nvPr/>
        </p:nvSpPr>
        <p:spPr>
          <a:xfrm flipV="1">
            <a:off x="2550199" y="1285797"/>
            <a:ext cx="0" cy="5509782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defTabSz="457200"/>
            <a:endParaRPr sz="1200">
              <a:latin typeface="Helvetica"/>
              <a:ea typeface="Helvetica"/>
              <a:cs typeface="Helvetica"/>
            </a:endParaRPr>
          </a:p>
        </p:txBody>
      </p:sp>
      <p:sp>
        <p:nvSpPr>
          <p:cNvPr id="21" name="Shape 69"/>
          <p:cNvSpPr/>
          <p:nvPr/>
        </p:nvSpPr>
        <p:spPr>
          <a:xfrm>
            <a:off x="366331" y="1941916"/>
            <a:ext cx="1845772" cy="163574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0F68">
                  <a:alpha val="92000"/>
                </a:srgbClr>
              </a:gs>
              <a:gs pos="100000">
                <a:srgbClr val="969696">
                  <a:alpha val="9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23" name="Shape 71"/>
          <p:cNvSpPr/>
          <p:nvPr/>
        </p:nvSpPr>
        <p:spPr>
          <a:xfrm>
            <a:off x="0" y="1067493"/>
            <a:ext cx="491370" cy="950642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24" name="Shape 72"/>
          <p:cNvSpPr/>
          <p:nvPr/>
        </p:nvSpPr>
        <p:spPr>
          <a:xfrm>
            <a:off x="0" y="3084956"/>
            <a:ext cx="955097" cy="881531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grpSp>
        <p:nvGrpSpPr>
          <p:cNvPr id="3" name="2 Grupo"/>
          <p:cNvGrpSpPr/>
          <p:nvPr userDrawn="1"/>
        </p:nvGrpSpPr>
        <p:grpSpPr>
          <a:xfrm>
            <a:off x="5501969" y="0"/>
            <a:ext cx="1230271" cy="885997"/>
            <a:chOff x="7493207" y="660643"/>
            <a:chExt cx="829344" cy="597264"/>
          </a:xfrm>
        </p:grpSpPr>
        <p:sp>
          <p:nvSpPr>
            <p:cNvPr id="25" name="Shape 73"/>
            <p:cNvSpPr/>
            <p:nvPr/>
          </p:nvSpPr>
          <p:spPr>
            <a:xfrm>
              <a:off x="7493207" y="660643"/>
              <a:ext cx="690728" cy="313366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969696">
                    <a:alpha val="52000"/>
                  </a:srgbClr>
                </a:gs>
                <a:gs pos="100000">
                  <a:srgbClr val="960F68">
                    <a:alpha val="52000"/>
                  </a:srgbClr>
                </a:gs>
              </a:gsLst>
              <a:lin ang="10736376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/>
            </a:p>
          </p:txBody>
        </p:sp>
        <p:sp>
          <p:nvSpPr>
            <p:cNvPr id="26" name="Shape 74"/>
            <p:cNvSpPr/>
            <p:nvPr/>
          </p:nvSpPr>
          <p:spPr>
            <a:xfrm>
              <a:off x="7935694" y="877080"/>
              <a:ext cx="386857" cy="380827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969696">
                    <a:alpha val="52000"/>
                  </a:srgbClr>
                </a:gs>
                <a:gs pos="100000">
                  <a:srgbClr val="960F68">
                    <a:alpha val="52000"/>
                  </a:srgbClr>
                </a:gs>
              </a:gsLst>
              <a:lin ang="10736376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/>
            </a:p>
          </p:txBody>
        </p:sp>
      </p:grpSp>
      <p:sp>
        <p:nvSpPr>
          <p:cNvPr id="27" name="Shape 75"/>
          <p:cNvSpPr/>
          <p:nvPr/>
        </p:nvSpPr>
        <p:spPr>
          <a:xfrm flipV="1">
            <a:off x="-68578" y="1285797"/>
            <a:ext cx="6595192" cy="0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28" name="Shape 76"/>
          <p:cNvSpPr/>
          <p:nvPr/>
        </p:nvSpPr>
        <p:spPr>
          <a:xfrm flipV="1">
            <a:off x="6527762" y="0"/>
            <a:ext cx="0" cy="1707436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defTabSz="457200"/>
            <a:endParaRPr sz="1200">
              <a:latin typeface="Helvetica"/>
              <a:ea typeface="Helvetica"/>
              <a:cs typeface="Helvetica"/>
            </a:endParaRPr>
          </a:p>
        </p:txBody>
      </p:sp>
      <p:sp>
        <p:nvSpPr>
          <p:cNvPr id="29" name="Shape 77"/>
          <p:cNvSpPr/>
          <p:nvPr/>
        </p:nvSpPr>
        <p:spPr>
          <a:xfrm flipH="1" flipV="1">
            <a:off x="6527761" y="1707436"/>
            <a:ext cx="2616237" cy="0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defTabSz="457200"/>
            <a:endParaRPr sz="1200">
              <a:latin typeface="Helvetica"/>
              <a:ea typeface="Helvetica"/>
              <a:cs typeface="Helvetica"/>
            </a:endParaRPr>
          </a:p>
        </p:txBody>
      </p:sp>
      <p:sp>
        <p:nvSpPr>
          <p:cNvPr id="30" name="Shape 78"/>
          <p:cNvSpPr/>
          <p:nvPr/>
        </p:nvSpPr>
        <p:spPr>
          <a:xfrm>
            <a:off x="0" y="3637275"/>
            <a:ext cx="481387" cy="66099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4" name="3 Título"/>
          <p:cNvSpPr>
            <a:spLocks noGrp="1"/>
          </p:cNvSpPr>
          <p:nvPr>
            <p:ph type="title" hasCustomPrompt="1"/>
          </p:nvPr>
        </p:nvSpPr>
        <p:spPr>
          <a:xfrm>
            <a:off x="605141" y="2204864"/>
            <a:ext cx="1368152" cy="562074"/>
          </a:xfrm>
        </p:spPr>
        <p:txBody>
          <a:bodyPr anchor="t" anchorCtr="0">
            <a:normAutofit/>
          </a:bodyPr>
          <a:lstStyle>
            <a:lvl1pPr algn="l">
              <a:defRPr sz="2200"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s-ES" dirty="0"/>
              <a:t>INDICE</a:t>
            </a:r>
          </a:p>
        </p:txBody>
      </p:sp>
    </p:spTree>
    <p:extLst>
      <p:ext uri="{BB962C8B-B14F-4D97-AF65-F5344CB8AC3E}">
        <p14:creationId xmlns:p14="http://schemas.microsoft.com/office/powerpoint/2010/main" val="994071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shutterstock_85780294.jpg"/>
          <p:cNvPicPr/>
          <p:nvPr userDrawn="1"/>
        </p:nvPicPr>
        <p:blipFill rotWithShape="1">
          <a:blip r:embed="rId2"/>
          <a:srcRect l="34172" r="35058"/>
          <a:stretch/>
        </p:blipFill>
        <p:spPr>
          <a:xfrm flipH="1">
            <a:off x="-1" y="1286522"/>
            <a:ext cx="2538000" cy="5562000"/>
          </a:xfrm>
          <a:prstGeom prst="rect">
            <a:avLst/>
          </a:prstGeom>
          <a:ln w="12700">
            <a:miter lim="400000"/>
          </a:ln>
        </p:spPr>
      </p:pic>
      <p:sp>
        <p:nvSpPr>
          <p:cNvPr id="27" name="Shape 69"/>
          <p:cNvSpPr/>
          <p:nvPr userDrawn="1"/>
        </p:nvSpPr>
        <p:spPr>
          <a:xfrm>
            <a:off x="366331" y="1941916"/>
            <a:ext cx="1845772" cy="163574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0F68">
                  <a:alpha val="92000"/>
                </a:srgbClr>
              </a:gs>
              <a:gs pos="100000">
                <a:srgbClr val="969696">
                  <a:alpha val="9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28" name="Shape 71"/>
          <p:cNvSpPr/>
          <p:nvPr userDrawn="1"/>
        </p:nvSpPr>
        <p:spPr>
          <a:xfrm>
            <a:off x="0" y="1067493"/>
            <a:ext cx="491370" cy="950642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29" name="Shape 72"/>
          <p:cNvSpPr/>
          <p:nvPr userDrawn="1"/>
        </p:nvSpPr>
        <p:spPr>
          <a:xfrm>
            <a:off x="0" y="3084956"/>
            <a:ext cx="955097" cy="881531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grpSp>
        <p:nvGrpSpPr>
          <p:cNvPr id="30" name="29 Grupo"/>
          <p:cNvGrpSpPr/>
          <p:nvPr userDrawn="1"/>
        </p:nvGrpSpPr>
        <p:grpSpPr>
          <a:xfrm>
            <a:off x="5501969" y="0"/>
            <a:ext cx="1230271" cy="885997"/>
            <a:chOff x="7493207" y="660643"/>
            <a:chExt cx="829344" cy="597264"/>
          </a:xfrm>
        </p:grpSpPr>
        <p:sp>
          <p:nvSpPr>
            <p:cNvPr id="31" name="Shape 73"/>
            <p:cNvSpPr/>
            <p:nvPr/>
          </p:nvSpPr>
          <p:spPr>
            <a:xfrm>
              <a:off x="7493207" y="660643"/>
              <a:ext cx="690728" cy="313366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969696">
                    <a:alpha val="52000"/>
                  </a:srgbClr>
                </a:gs>
                <a:gs pos="100000">
                  <a:srgbClr val="960F68">
                    <a:alpha val="52000"/>
                  </a:srgbClr>
                </a:gs>
              </a:gsLst>
              <a:lin ang="10736376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/>
            </a:p>
          </p:txBody>
        </p:sp>
        <p:sp>
          <p:nvSpPr>
            <p:cNvPr id="32" name="Shape 74"/>
            <p:cNvSpPr/>
            <p:nvPr/>
          </p:nvSpPr>
          <p:spPr>
            <a:xfrm>
              <a:off x="7935694" y="877080"/>
              <a:ext cx="386857" cy="380827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969696">
                    <a:alpha val="52000"/>
                  </a:srgbClr>
                </a:gs>
                <a:gs pos="100000">
                  <a:srgbClr val="960F68">
                    <a:alpha val="52000"/>
                  </a:srgbClr>
                </a:gs>
              </a:gsLst>
              <a:lin ang="10736376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/>
            </a:p>
          </p:txBody>
        </p:sp>
      </p:grpSp>
      <p:sp>
        <p:nvSpPr>
          <p:cNvPr id="33" name="Shape 78"/>
          <p:cNvSpPr/>
          <p:nvPr userDrawn="1"/>
        </p:nvSpPr>
        <p:spPr>
          <a:xfrm>
            <a:off x="0" y="3637275"/>
            <a:ext cx="481387" cy="66099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8" name="19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E60061AB-E3E3-4B82-98B1-945D99ABF5FB}" type="slidenum">
              <a:rPr lang="es-ES" smtClean="0"/>
              <a:t>‹nº›</a:t>
            </a:fld>
            <a:endParaRPr lang="es-ES"/>
          </a:p>
        </p:txBody>
      </p:sp>
      <p:sp>
        <p:nvSpPr>
          <p:cNvPr id="11" name="Shape 68"/>
          <p:cNvSpPr/>
          <p:nvPr userDrawn="1"/>
        </p:nvSpPr>
        <p:spPr>
          <a:xfrm flipV="1">
            <a:off x="2550199" y="1285797"/>
            <a:ext cx="0" cy="5509782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defTabSz="457200"/>
            <a:endParaRPr sz="1200">
              <a:latin typeface="Helvetica"/>
              <a:ea typeface="Helvetica"/>
              <a:cs typeface="Helvetica"/>
            </a:endParaRPr>
          </a:p>
        </p:txBody>
      </p:sp>
      <p:sp>
        <p:nvSpPr>
          <p:cNvPr id="20" name="Shape 75"/>
          <p:cNvSpPr/>
          <p:nvPr userDrawn="1"/>
        </p:nvSpPr>
        <p:spPr>
          <a:xfrm flipV="1">
            <a:off x="-68578" y="1285797"/>
            <a:ext cx="6595192" cy="0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21" name="Shape 76"/>
          <p:cNvSpPr/>
          <p:nvPr userDrawn="1"/>
        </p:nvSpPr>
        <p:spPr>
          <a:xfrm flipV="1">
            <a:off x="6527762" y="0"/>
            <a:ext cx="0" cy="1707436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defTabSz="457200"/>
            <a:endParaRPr sz="1200">
              <a:latin typeface="Helvetica"/>
              <a:ea typeface="Helvetica"/>
              <a:cs typeface="Helvetica"/>
            </a:endParaRPr>
          </a:p>
        </p:txBody>
      </p:sp>
      <p:sp>
        <p:nvSpPr>
          <p:cNvPr id="22" name="Shape 77"/>
          <p:cNvSpPr/>
          <p:nvPr userDrawn="1"/>
        </p:nvSpPr>
        <p:spPr>
          <a:xfrm flipH="1" flipV="1">
            <a:off x="6527761" y="1707436"/>
            <a:ext cx="2616237" cy="0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defTabSz="457200"/>
            <a:endParaRPr sz="1200">
              <a:latin typeface="Helvetica"/>
              <a:ea typeface="Helvetica"/>
              <a:cs typeface="Helvetica"/>
            </a:endParaRPr>
          </a:p>
        </p:txBody>
      </p:sp>
      <p:sp>
        <p:nvSpPr>
          <p:cNvPr id="24" name="3 Título"/>
          <p:cNvSpPr>
            <a:spLocks noGrp="1"/>
          </p:cNvSpPr>
          <p:nvPr>
            <p:ph type="title" hasCustomPrompt="1"/>
          </p:nvPr>
        </p:nvSpPr>
        <p:spPr>
          <a:xfrm>
            <a:off x="605141" y="2204864"/>
            <a:ext cx="1368152" cy="562074"/>
          </a:xfrm>
        </p:spPr>
        <p:txBody>
          <a:bodyPr anchor="t" anchorCtr="0">
            <a:normAutofit/>
          </a:bodyPr>
          <a:lstStyle>
            <a:lvl1pPr algn="l">
              <a:defRPr sz="2200"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s-ES" dirty="0"/>
              <a:t>INDICE</a:t>
            </a:r>
          </a:p>
        </p:txBody>
      </p:sp>
      <p:sp>
        <p:nvSpPr>
          <p:cNvPr id="34" name="21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2987824" y="2780928"/>
            <a:ext cx="5616624" cy="2376264"/>
          </a:xfrm>
        </p:spPr>
        <p:txBody>
          <a:bodyPr/>
          <a:lstStyle>
            <a:lvl1pPr marL="271463" indent="-271463">
              <a:buClr>
                <a:srgbClr val="960F68"/>
              </a:buClr>
              <a:buFont typeface="+mj-lt"/>
              <a:buAutoNum type="arabicPeriod"/>
              <a:defRPr sz="1800" b="1" baseline="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1pPr>
            <a:lvl2pPr marL="625475" indent="-168275">
              <a:buClr>
                <a:srgbClr val="960F68"/>
              </a:buClr>
              <a:buFont typeface="+mj-lt"/>
              <a:buAutoNum type="romanLcPeriod"/>
              <a:defRPr sz="1400" baseline="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2pPr>
            <a:lvl3pPr marL="1077913" indent="-163513">
              <a:buClr>
                <a:srgbClr val="969696"/>
              </a:buClr>
              <a:defRPr sz="1200" baseline="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3pPr>
            <a:lvl4pPr marL="1371600" indent="0">
              <a:buNone/>
              <a:defRPr>
                <a:latin typeface="Arial" pitchFamily="34" charset="0"/>
                <a:cs typeface="Arial" pitchFamily="34" charset="0"/>
              </a:defRPr>
            </a:lvl4pPr>
            <a:lvl5pPr marL="1828800" indent="0">
              <a:buNone/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  <a:p>
            <a:pPr lvl="1"/>
            <a:r>
              <a:rPr lang="es-ES" dirty="0" err="1"/>
              <a:t>arial</a:t>
            </a:r>
            <a:r>
              <a:rPr lang="es-ES" dirty="0"/>
              <a:t> 14, gris oscuro</a:t>
            </a:r>
          </a:p>
          <a:p>
            <a:pPr lvl="1"/>
            <a:r>
              <a:rPr lang="es-ES" dirty="0" err="1"/>
              <a:t>arial</a:t>
            </a:r>
            <a:r>
              <a:rPr lang="es-ES" dirty="0"/>
              <a:t> 14, gris oscuro</a:t>
            </a:r>
          </a:p>
          <a:p>
            <a:pPr lvl="2"/>
            <a:r>
              <a:rPr lang="es-ES" dirty="0" err="1"/>
              <a:t>arial</a:t>
            </a:r>
            <a:r>
              <a:rPr lang="es-ES" dirty="0"/>
              <a:t> 12, gris oscuro</a:t>
            </a:r>
          </a:p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</p:txBody>
      </p:sp>
    </p:spTree>
    <p:extLst>
      <p:ext uri="{BB962C8B-B14F-4D97-AF65-F5344CB8AC3E}">
        <p14:creationId xmlns:p14="http://schemas.microsoft.com/office/powerpoint/2010/main" val="3144681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shutterstock_139200059.jpg"/>
          <p:cNvPicPr/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1296000"/>
            <a:ext cx="2545200" cy="5562000"/>
          </a:xfrm>
          <a:prstGeom prst="rect">
            <a:avLst/>
          </a:prstGeom>
          <a:ln w="12700">
            <a:miter lim="400000"/>
          </a:ln>
        </p:spPr>
      </p:pic>
      <p:sp>
        <p:nvSpPr>
          <p:cNvPr id="27" name="Shape 69"/>
          <p:cNvSpPr/>
          <p:nvPr userDrawn="1"/>
        </p:nvSpPr>
        <p:spPr>
          <a:xfrm>
            <a:off x="366331" y="1941916"/>
            <a:ext cx="1845772" cy="163574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0F68">
                  <a:alpha val="92000"/>
                </a:srgbClr>
              </a:gs>
              <a:gs pos="100000">
                <a:srgbClr val="969696">
                  <a:alpha val="9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28" name="Shape 71"/>
          <p:cNvSpPr/>
          <p:nvPr userDrawn="1"/>
        </p:nvSpPr>
        <p:spPr>
          <a:xfrm>
            <a:off x="0" y="1067493"/>
            <a:ext cx="491370" cy="950642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29" name="Shape 72"/>
          <p:cNvSpPr/>
          <p:nvPr userDrawn="1"/>
        </p:nvSpPr>
        <p:spPr>
          <a:xfrm>
            <a:off x="0" y="3084956"/>
            <a:ext cx="955097" cy="881531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grpSp>
        <p:nvGrpSpPr>
          <p:cNvPr id="30" name="29 Grupo"/>
          <p:cNvGrpSpPr/>
          <p:nvPr userDrawn="1"/>
        </p:nvGrpSpPr>
        <p:grpSpPr>
          <a:xfrm>
            <a:off x="5501969" y="0"/>
            <a:ext cx="1230271" cy="885997"/>
            <a:chOff x="7493207" y="660643"/>
            <a:chExt cx="829344" cy="597264"/>
          </a:xfrm>
        </p:grpSpPr>
        <p:sp>
          <p:nvSpPr>
            <p:cNvPr id="31" name="Shape 73"/>
            <p:cNvSpPr/>
            <p:nvPr/>
          </p:nvSpPr>
          <p:spPr>
            <a:xfrm>
              <a:off x="7493207" y="660643"/>
              <a:ext cx="690728" cy="313366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969696">
                    <a:alpha val="52000"/>
                  </a:srgbClr>
                </a:gs>
                <a:gs pos="100000">
                  <a:srgbClr val="960F68">
                    <a:alpha val="52000"/>
                  </a:srgbClr>
                </a:gs>
              </a:gsLst>
              <a:lin ang="10736376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/>
            </a:p>
          </p:txBody>
        </p:sp>
        <p:sp>
          <p:nvSpPr>
            <p:cNvPr id="32" name="Shape 74"/>
            <p:cNvSpPr/>
            <p:nvPr/>
          </p:nvSpPr>
          <p:spPr>
            <a:xfrm>
              <a:off x="7935694" y="877080"/>
              <a:ext cx="386857" cy="380827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969696">
                    <a:alpha val="52000"/>
                  </a:srgbClr>
                </a:gs>
                <a:gs pos="100000">
                  <a:srgbClr val="960F68">
                    <a:alpha val="52000"/>
                  </a:srgbClr>
                </a:gs>
              </a:gsLst>
              <a:lin ang="10736376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/>
            </a:p>
          </p:txBody>
        </p:sp>
      </p:grpSp>
      <p:sp>
        <p:nvSpPr>
          <p:cNvPr id="33" name="Shape 78"/>
          <p:cNvSpPr/>
          <p:nvPr userDrawn="1"/>
        </p:nvSpPr>
        <p:spPr>
          <a:xfrm>
            <a:off x="0" y="3637275"/>
            <a:ext cx="481387" cy="66099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8" name="19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E60061AB-E3E3-4B82-98B1-945D99ABF5FB}" type="slidenum">
              <a:rPr lang="es-ES" smtClean="0"/>
              <a:t>‹nº›</a:t>
            </a:fld>
            <a:endParaRPr lang="es-ES"/>
          </a:p>
        </p:txBody>
      </p:sp>
      <p:sp>
        <p:nvSpPr>
          <p:cNvPr id="11" name="Shape 68"/>
          <p:cNvSpPr/>
          <p:nvPr userDrawn="1"/>
        </p:nvSpPr>
        <p:spPr>
          <a:xfrm flipV="1">
            <a:off x="2550199" y="1285797"/>
            <a:ext cx="0" cy="5509782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defTabSz="457200"/>
            <a:endParaRPr sz="1200">
              <a:latin typeface="Helvetica"/>
              <a:ea typeface="Helvetica"/>
              <a:cs typeface="Helvetica"/>
            </a:endParaRPr>
          </a:p>
        </p:txBody>
      </p:sp>
      <p:sp>
        <p:nvSpPr>
          <p:cNvPr id="20" name="Shape 75"/>
          <p:cNvSpPr/>
          <p:nvPr userDrawn="1"/>
        </p:nvSpPr>
        <p:spPr>
          <a:xfrm flipV="1">
            <a:off x="-68578" y="1285797"/>
            <a:ext cx="6595192" cy="0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21" name="Shape 76"/>
          <p:cNvSpPr/>
          <p:nvPr userDrawn="1"/>
        </p:nvSpPr>
        <p:spPr>
          <a:xfrm flipV="1">
            <a:off x="6527762" y="0"/>
            <a:ext cx="0" cy="1707436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defTabSz="457200"/>
            <a:endParaRPr sz="1200">
              <a:latin typeface="Helvetica"/>
              <a:ea typeface="Helvetica"/>
              <a:cs typeface="Helvetica"/>
            </a:endParaRPr>
          </a:p>
        </p:txBody>
      </p:sp>
      <p:sp>
        <p:nvSpPr>
          <p:cNvPr id="22" name="Shape 77"/>
          <p:cNvSpPr/>
          <p:nvPr userDrawn="1"/>
        </p:nvSpPr>
        <p:spPr>
          <a:xfrm flipH="1" flipV="1">
            <a:off x="6527761" y="1707436"/>
            <a:ext cx="2616237" cy="0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defTabSz="457200"/>
            <a:endParaRPr sz="1200">
              <a:latin typeface="Helvetica"/>
              <a:ea typeface="Helvetica"/>
              <a:cs typeface="Helvetica"/>
            </a:endParaRPr>
          </a:p>
        </p:txBody>
      </p:sp>
      <p:sp>
        <p:nvSpPr>
          <p:cNvPr id="24" name="3 Título"/>
          <p:cNvSpPr>
            <a:spLocks noGrp="1"/>
          </p:cNvSpPr>
          <p:nvPr>
            <p:ph type="title" hasCustomPrompt="1"/>
          </p:nvPr>
        </p:nvSpPr>
        <p:spPr>
          <a:xfrm>
            <a:off x="605141" y="2204864"/>
            <a:ext cx="1368152" cy="562074"/>
          </a:xfrm>
        </p:spPr>
        <p:txBody>
          <a:bodyPr anchor="t" anchorCtr="0">
            <a:normAutofit/>
          </a:bodyPr>
          <a:lstStyle>
            <a:lvl1pPr algn="l">
              <a:defRPr sz="2200"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s-ES" dirty="0"/>
              <a:t>INDICE</a:t>
            </a:r>
          </a:p>
        </p:txBody>
      </p:sp>
      <p:sp>
        <p:nvSpPr>
          <p:cNvPr id="34" name="21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2987824" y="2780928"/>
            <a:ext cx="5616624" cy="2376264"/>
          </a:xfrm>
        </p:spPr>
        <p:txBody>
          <a:bodyPr/>
          <a:lstStyle>
            <a:lvl1pPr marL="271463" indent="-271463">
              <a:buClr>
                <a:srgbClr val="960F68"/>
              </a:buClr>
              <a:buFont typeface="+mj-lt"/>
              <a:buAutoNum type="arabicPeriod"/>
              <a:defRPr sz="1800" b="1" baseline="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1pPr>
            <a:lvl2pPr marL="625475" indent="-168275">
              <a:buClr>
                <a:srgbClr val="960F68"/>
              </a:buClr>
              <a:buFont typeface="+mj-lt"/>
              <a:buAutoNum type="romanLcPeriod"/>
              <a:defRPr sz="1400" baseline="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2pPr>
            <a:lvl3pPr marL="1077913" indent="-163513">
              <a:buClr>
                <a:srgbClr val="969696"/>
              </a:buClr>
              <a:defRPr sz="1200" baseline="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3pPr>
            <a:lvl4pPr marL="1371600" indent="0">
              <a:buNone/>
              <a:defRPr>
                <a:latin typeface="Arial" pitchFamily="34" charset="0"/>
                <a:cs typeface="Arial" pitchFamily="34" charset="0"/>
              </a:defRPr>
            </a:lvl4pPr>
            <a:lvl5pPr marL="1828800" indent="0">
              <a:buNone/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  <a:p>
            <a:pPr lvl="1"/>
            <a:r>
              <a:rPr lang="es-ES" dirty="0" err="1"/>
              <a:t>arial</a:t>
            </a:r>
            <a:r>
              <a:rPr lang="es-ES" dirty="0"/>
              <a:t> 14, gris oscuro</a:t>
            </a:r>
          </a:p>
          <a:p>
            <a:pPr lvl="1"/>
            <a:r>
              <a:rPr lang="es-ES" dirty="0" err="1"/>
              <a:t>arial</a:t>
            </a:r>
            <a:r>
              <a:rPr lang="es-ES" dirty="0"/>
              <a:t> 14, gris oscuro</a:t>
            </a:r>
          </a:p>
          <a:p>
            <a:pPr lvl="2"/>
            <a:r>
              <a:rPr lang="es-ES" dirty="0" err="1"/>
              <a:t>arial</a:t>
            </a:r>
            <a:r>
              <a:rPr lang="es-ES" dirty="0"/>
              <a:t> 12, gris oscuro</a:t>
            </a:r>
          </a:p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</p:txBody>
      </p:sp>
    </p:spTree>
    <p:extLst>
      <p:ext uri="{BB962C8B-B14F-4D97-AF65-F5344CB8AC3E}">
        <p14:creationId xmlns:p14="http://schemas.microsoft.com/office/powerpoint/2010/main" val="1722722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shutterstock_42489445.jpg"/>
          <p:cNvPicPr/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4" y="1287885"/>
            <a:ext cx="2545200" cy="5562000"/>
          </a:xfrm>
          <a:prstGeom prst="rect">
            <a:avLst/>
          </a:prstGeom>
          <a:ln w="12700">
            <a:miter lim="400000"/>
          </a:ln>
        </p:spPr>
      </p:pic>
      <p:sp>
        <p:nvSpPr>
          <p:cNvPr id="27" name="Shape 69"/>
          <p:cNvSpPr/>
          <p:nvPr userDrawn="1"/>
        </p:nvSpPr>
        <p:spPr>
          <a:xfrm>
            <a:off x="366331" y="1941916"/>
            <a:ext cx="1845772" cy="163574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0F68">
                  <a:alpha val="92000"/>
                </a:srgbClr>
              </a:gs>
              <a:gs pos="100000">
                <a:srgbClr val="969696">
                  <a:alpha val="9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28" name="Shape 71"/>
          <p:cNvSpPr/>
          <p:nvPr userDrawn="1"/>
        </p:nvSpPr>
        <p:spPr>
          <a:xfrm>
            <a:off x="0" y="1067493"/>
            <a:ext cx="491370" cy="950642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29" name="Shape 72"/>
          <p:cNvSpPr/>
          <p:nvPr userDrawn="1"/>
        </p:nvSpPr>
        <p:spPr>
          <a:xfrm>
            <a:off x="0" y="3084956"/>
            <a:ext cx="955097" cy="881531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grpSp>
        <p:nvGrpSpPr>
          <p:cNvPr id="30" name="29 Grupo"/>
          <p:cNvGrpSpPr/>
          <p:nvPr userDrawn="1"/>
        </p:nvGrpSpPr>
        <p:grpSpPr>
          <a:xfrm>
            <a:off x="5501969" y="0"/>
            <a:ext cx="1230271" cy="885997"/>
            <a:chOff x="7493207" y="660643"/>
            <a:chExt cx="829344" cy="597264"/>
          </a:xfrm>
        </p:grpSpPr>
        <p:sp>
          <p:nvSpPr>
            <p:cNvPr id="31" name="Shape 73"/>
            <p:cNvSpPr/>
            <p:nvPr/>
          </p:nvSpPr>
          <p:spPr>
            <a:xfrm>
              <a:off x="7493207" y="660643"/>
              <a:ext cx="690728" cy="313366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969696">
                    <a:alpha val="52000"/>
                  </a:srgbClr>
                </a:gs>
                <a:gs pos="100000">
                  <a:srgbClr val="960F68">
                    <a:alpha val="52000"/>
                  </a:srgbClr>
                </a:gs>
              </a:gsLst>
              <a:lin ang="10736376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/>
            </a:p>
          </p:txBody>
        </p:sp>
        <p:sp>
          <p:nvSpPr>
            <p:cNvPr id="32" name="Shape 74"/>
            <p:cNvSpPr/>
            <p:nvPr/>
          </p:nvSpPr>
          <p:spPr>
            <a:xfrm>
              <a:off x="7935694" y="877080"/>
              <a:ext cx="386857" cy="380827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969696">
                    <a:alpha val="52000"/>
                  </a:srgbClr>
                </a:gs>
                <a:gs pos="100000">
                  <a:srgbClr val="960F68">
                    <a:alpha val="52000"/>
                  </a:srgbClr>
                </a:gs>
              </a:gsLst>
              <a:lin ang="10736376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/>
            </a:p>
          </p:txBody>
        </p:sp>
      </p:grpSp>
      <p:sp>
        <p:nvSpPr>
          <p:cNvPr id="33" name="Shape 78"/>
          <p:cNvSpPr/>
          <p:nvPr userDrawn="1"/>
        </p:nvSpPr>
        <p:spPr>
          <a:xfrm>
            <a:off x="0" y="3637275"/>
            <a:ext cx="481387" cy="66099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8" name="19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E60061AB-E3E3-4B82-98B1-945D99ABF5FB}" type="slidenum">
              <a:rPr lang="es-ES" smtClean="0"/>
              <a:t>‹nº›</a:t>
            </a:fld>
            <a:endParaRPr lang="es-ES"/>
          </a:p>
        </p:txBody>
      </p:sp>
      <p:sp>
        <p:nvSpPr>
          <p:cNvPr id="11" name="Shape 68"/>
          <p:cNvSpPr/>
          <p:nvPr userDrawn="1"/>
        </p:nvSpPr>
        <p:spPr>
          <a:xfrm flipV="1">
            <a:off x="2550199" y="1285797"/>
            <a:ext cx="0" cy="5509782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defTabSz="457200"/>
            <a:endParaRPr sz="1200">
              <a:latin typeface="Helvetica"/>
              <a:ea typeface="Helvetica"/>
              <a:cs typeface="Helvetica"/>
            </a:endParaRPr>
          </a:p>
        </p:txBody>
      </p:sp>
      <p:sp>
        <p:nvSpPr>
          <p:cNvPr id="20" name="Shape 75"/>
          <p:cNvSpPr/>
          <p:nvPr userDrawn="1"/>
        </p:nvSpPr>
        <p:spPr>
          <a:xfrm flipV="1">
            <a:off x="-68578" y="1285797"/>
            <a:ext cx="6595192" cy="0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21" name="Shape 76"/>
          <p:cNvSpPr/>
          <p:nvPr userDrawn="1"/>
        </p:nvSpPr>
        <p:spPr>
          <a:xfrm flipV="1">
            <a:off x="6527762" y="0"/>
            <a:ext cx="0" cy="1707436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defTabSz="457200"/>
            <a:endParaRPr sz="1200">
              <a:latin typeface="Helvetica"/>
              <a:ea typeface="Helvetica"/>
              <a:cs typeface="Helvetica"/>
            </a:endParaRPr>
          </a:p>
        </p:txBody>
      </p:sp>
      <p:sp>
        <p:nvSpPr>
          <p:cNvPr id="22" name="Shape 77"/>
          <p:cNvSpPr/>
          <p:nvPr userDrawn="1"/>
        </p:nvSpPr>
        <p:spPr>
          <a:xfrm flipH="1" flipV="1">
            <a:off x="6527761" y="1707436"/>
            <a:ext cx="2616237" cy="0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defTabSz="457200"/>
            <a:endParaRPr sz="1200">
              <a:latin typeface="Helvetica"/>
              <a:ea typeface="Helvetica"/>
              <a:cs typeface="Helvetica"/>
            </a:endParaRPr>
          </a:p>
        </p:txBody>
      </p:sp>
      <p:sp>
        <p:nvSpPr>
          <p:cNvPr id="24" name="3 Título"/>
          <p:cNvSpPr>
            <a:spLocks noGrp="1"/>
          </p:cNvSpPr>
          <p:nvPr>
            <p:ph type="title" hasCustomPrompt="1"/>
          </p:nvPr>
        </p:nvSpPr>
        <p:spPr>
          <a:xfrm>
            <a:off x="605141" y="2204864"/>
            <a:ext cx="1368152" cy="562074"/>
          </a:xfrm>
        </p:spPr>
        <p:txBody>
          <a:bodyPr anchor="t" anchorCtr="0">
            <a:normAutofit/>
          </a:bodyPr>
          <a:lstStyle>
            <a:lvl1pPr algn="l">
              <a:defRPr sz="2200"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s-ES" dirty="0"/>
              <a:t>INDICE</a:t>
            </a:r>
          </a:p>
        </p:txBody>
      </p:sp>
      <p:sp>
        <p:nvSpPr>
          <p:cNvPr id="34" name="21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2987824" y="2780928"/>
            <a:ext cx="5616624" cy="2376264"/>
          </a:xfrm>
        </p:spPr>
        <p:txBody>
          <a:bodyPr/>
          <a:lstStyle>
            <a:lvl1pPr marL="271463" indent="-271463">
              <a:buClr>
                <a:srgbClr val="960F68"/>
              </a:buClr>
              <a:buFont typeface="+mj-lt"/>
              <a:buAutoNum type="arabicPeriod"/>
              <a:defRPr sz="1800" b="1" baseline="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1pPr>
            <a:lvl2pPr marL="625475" indent="-168275">
              <a:buClr>
                <a:srgbClr val="960F68"/>
              </a:buClr>
              <a:buFont typeface="+mj-lt"/>
              <a:buAutoNum type="romanLcPeriod"/>
              <a:defRPr sz="1400" baseline="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2pPr>
            <a:lvl3pPr marL="1077913" indent="-163513">
              <a:buClr>
                <a:srgbClr val="969696"/>
              </a:buClr>
              <a:defRPr sz="1200" baseline="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3pPr>
            <a:lvl4pPr marL="1371600" indent="0">
              <a:buNone/>
              <a:defRPr>
                <a:latin typeface="Arial" pitchFamily="34" charset="0"/>
                <a:cs typeface="Arial" pitchFamily="34" charset="0"/>
              </a:defRPr>
            </a:lvl4pPr>
            <a:lvl5pPr marL="1828800" indent="0">
              <a:buNone/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  <a:p>
            <a:pPr lvl="1"/>
            <a:r>
              <a:rPr lang="es-ES" dirty="0" err="1"/>
              <a:t>arial</a:t>
            </a:r>
            <a:r>
              <a:rPr lang="es-ES" dirty="0"/>
              <a:t> 14, gris oscuro</a:t>
            </a:r>
          </a:p>
          <a:p>
            <a:pPr lvl="1"/>
            <a:r>
              <a:rPr lang="es-ES" dirty="0" err="1"/>
              <a:t>arial</a:t>
            </a:r>
            <a:r>
              <a:rPr lang="es-ES" dirty="0"/>
              <a:t> 14, gris oscuro</a:t>
            </a:r>
          </a:p>
          <a:p>
            <a:pPr lvl="2"/>
            <a:r>
              <a:rPr lang="es-ES" dirty="0" err="1"/>
              <a:t>arial</a:t>
            </a:r>
            <a:r>
              <a:rPr lang="es-ES" dirty="0"/>
              <a:t> 12, gris oscuro</a:t>
            </a:r>
          </a:p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</p:txBody>
      </p:sp>
    </p:spTree>
    <p:extLst>
      <p:ext uri="{BB962C8B-B14F-4D97-AF65-F5344CB8AC3E}">
        <p14:creationId xmlns:p14="http://schemas.microsoft.com/office/powerpoint/2010/main" val="4119158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415"/>
          <p:cNvSpPr/>
          <p:nvPr userDrawn="1"/>
        </p:nvSpPr>
        <p:spPr>
          <a:xfrm>
            <a:off x="-1" y="1"/>
            <a:ext cx="7169921" cy="1052736"/>
          </a:xfrm>
          <a:prstGeom prst="roundRect">
            <a:avLst>
              <a:gd name="adj" fmla="val 739"/>
            </a:avLst>
          </a:prstGeom>
          <a:gradFill>
            <a:gsLst>
              <a:gs pos="0">
                <a:srgbClr val="969696">
                  <a:alpha val="92000"/>
                </a:srgbClr>
              </a:gs>
              <a:gs pos="100000">
                <a:srgbClr val="960F68">
                  <a:alpha val="92000"/>
                </a:srgbClr>
              </a:gs>
            </a:gsLst>
            <a:lin ang="10801612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3" name="2 Marcador de texto"/>
          <p:cNvSpPr>
            <a:spLocks noGrp="1"/>
          </p:cNvSpPr>
          <p:nvPr>
            <p:ph type="body" idx="1" hasCustomPrompt="1"/>
          </p:nvPr>
        </p:nvSpPr>
        <p:spPr>
          <a:xfrm>
            <a:off x="395536" y="2277343"/>
            <a:ext cx="8280000" cy="432048"/>
          </a:xfrm>
        </p:spPr>
        <p:txBody>
          <a:bodyPr anchor="t">
            <a:normAutofit/>
          </a:bodyPr>
          <a:lstStyle>
            <a:lvl1pPr marL="0" indent="0">
              <a:buNone/>
              <a:defRPr sz="1600" baseline="0">
                <a:solidFill>
                  <a:srgbClr val="960F68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Subtítulo (</a:t>
            </a:r>
            <a:r>
              <a:rPr lang="es-ES" dirty="0" err="1"/>
              <a:t>arial</a:t>
            </a:r>
            <a:r>
              <a:rPr lang="es-ES" dirty="0"/>
              <a:t> 16, minúscula)</a:t>
            </a:r>
          </a:p>
        </p:txBody>
      </p:sp>
      <p:sp>
        <p:nvSpPr>
          <p:cNvPr id="14" name="13 Marcador de contenido"/>
          <p:cNvSpPr>
            <a:spLocks noGrp="1"/>
          </p:cNvSpPr>
          <p:nvPr>
            <p:ph sz="quarter" idx="11" hasCustomPrompt="1"/>
          </p:nvPr>
        </p:nvSpPr>
        <p:spPr>
          <a:xfrm>
            <a:off x="395536" y="2925415"/>
            <a:ext cx="8280920" cy="295185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20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20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20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20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s-ES" dirty="0"/>
              <a:t>(</a:t>
            </a:r>
            <a:r>
              <a:rPr lang="es-ES" dirty="0" err="1"/>
              <a:t>arial</a:t>
            </a:r>
            <a:r>
              <a:rPr lang="es-ES" dirty="0"/>
              <a:t> 14, gris oscuro)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s-ES" dirty="0" err="1"/>
              <a:t>Xxxxxxxxx</a:t>
            </a:r>
            <a:r>
              <a:rPr lang="es-ES" dirty="0"/>
              <a:t> </a:t>
            </a:r>
            <a:r>
              <a:rPr lang="es-ES" dirty="0" err="1"/>
              <a:t>xxxxxxxx</a:t>
            </a:r>
            <a:r>
              <a:rPr lang="es-ES" dirty="0"/>
              <a:t> </a:t>
            </a:r>
            <a:r>
              <a:rPr lang="es-ES" dirty="0" err="1"/>
              <a:t>xxxxxxx</a:t>
            </a:r>
            <a:r>
              <a:rPr lang="es-ES" dirty="0"/>
              <a:t>.</a:t>
            </a:r>
          </a:p>
        </p:txBody>
      </p:sp>
      <p:sp>
        <p:nvSpPr>
          <p:cNvPr id="2" name="1 Título"/>
          <p:cNvSpPr>
            <a:spLocks noGrp="1"/>
          </p:cNvSpPr>
          <p:nvPr>
            <p:ph type="title" hasCustomPrompt="1"/>
          </p:nvPr>
        </p:nvSpPr>
        <p:spPr>
          <a:xfrm>
            <a:off x="305780" y="310391"/>
            <a:ext cx="6642483" cy="432000"/>
          </a:xfrm>
        </p:spPr>
        <p:txBody>
          <a:bodyPr anchor="t">
            <a:normAutofit/>
          </a:bodyPr>
          <a:lstStyle>
            <a:lvl1pPr algn="l">
              <a:defRPr sz="1800" b="1" cap="none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s-ES" dirty="0"/>
              <a:t>Título (</a:t>
            </a:r>
            <a:r>
              <a:rPr lang="es-ES" dirty="0" err="1"/>
              <a:t>arial</a:t>
            </a:r>
            <a:r>
              <a:rPr lang="es-ES" dirty="0"/>
              <a:t> 18, minúscula, negrita, blanco)</a:t>
            </a:r>
          </a:p>
        </p:txBody>
      </p:sp>
    </p:spTree>
    <p:extLst>
      <p:ext uri="{BB962C8B-B14F-4D97-AF65-F5344CB8AC3E}">
        <p14:creationId xmlns:p14="http://schemas.microsoft.com/office/powerpoint/2010/main" val="1634488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AEEE9-AD6A-4121-B8FF-B12D6A452F01}" type="slidenum">
              <a:rPr lang="es-ES" smtClean="0"/>
              <a:t>‹nº›</a:t>
            </a:fld>
            <a:endParaRPr lang="es-ES"/>
          </a:p>
        </p:txBody>
      </p:sp>
      <p:sp>
        <p:nvSpPr>
          <p:cNvPr id="12" name="11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83568" y="1988840"/>
            <a:ext cx="5832475" cy="504205"/>
          </a:xfrm>
        </p:spPr>
        <p:txBody>
          <a:bodyPr>
            <a:normAutofit/>
          </a:bodyPr>
          <a:lstStyle>
            <a:lvl1pPr marL="0" indent="0">
              <a:buNone/>
              <a:defRPr sz="1800" b="1" baseline="0">
                <a:solidFill>
                  <a:srgbClr val="960F68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s-ES" dirty="0"/>
              <a:t>Título (</a:t>
            </a:r>
            <a:r>
              <a:rPr lang="es-ES" dirty="0" err="1"/>
              <a:t>arial</a:t>
            </a:r>
            <a:r>
              <a:rPr lang="es-ES" dirty="0"/>
              <a:t> 18 </a:t>
            </a:r>
            <a:r>
              <a:rPr lang="es-ES" dirty="0" err="1"/>
              <a:t>bold</a:t>
            </a:r>
            <a:r>
              <a:rPr lang="es-ES" dirty="0"/>
              <a:t>)</a:t>
            </a:r>
          </a:p>
        </p:txBody>
      </p:sp>
      <p:sp>
        <p:nvSpPr>
          <p:cNvPr id="14" name="13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84213" y="2492375"/>
            <a:ext cx="5832475" cy="504577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="0" baseline="0">
                <a:solidFill>
                  <a:srgbClr val="969696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s-ES" dirty="0"/>
              <a:t>Subtítulo (</a:t>
            </a:r>
            <a:r>
              <a:rPr lang="es-ES" dirty="0" err="1"/>
              <a:t>arial</a:t>
            </a:r>
            <a:r>
              <a:rPr lang="es-ES" dirty="0"/>
              <a:t> 16, gris)</a:t>
            </a:r>
          </a:p>
        </p:txBody>
      </p:sp>
      <p:sp>
        <p:nvSpPr>
          <p:cNvPr id="16" name="15 Marcador de contenido"/>
          <p:cNvSpPr>
            <a:spLocks noGrp="1"/>
          </p:cNvSpPr>
          <p:nvPr>
            <p:ph sz="quarter" idx="15" hasCustomPrompt="1"/>
          </p:nvPr>
        </p:nvSpPr>
        <p:spPr>
          <a:xfrm>
            <a:off x="683568" y="2997200"/>
            <a:ext cx="5832648" cy="2879725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s-ES" dirty="0"/>
              <a:t>(</a:t>
            </a:r>
            <a:r>
              <a:rPr lang="es-ES" dirty="0" err="1"/>
              <a:t>arial</a:t>
            </a:r>
            <a:r>
              <a:rPr lang="es-ES" dirty="0"/>
              <a:t> 14, gris oscuro)</a:t>
            </a:r>
          </a:p>
          <a:p>
            <a:pPr lvl="0"/>
            <a:r>
              <a:rPr lang="es-ES" dirty="0" err="1"/>
              <a:t>Xxxxxxx</a:t>
            </a:r>
            <a:r>
              <a:rPr lang="es-ES" dirty="0"/>
              <a:t> </a:t>
            </a:r>
            <a:r>
              <a:rPr lang="es-ES" dirty="0" err="1"/>
              <a:t>xxxxxx</a:t>
            </a:r>
            <a:r>
              <a:rPr lang="es-ES" dirty="0"/>
              <a:t> </a:t>
            </a:r>
            <a:r>
              <a:rPr lang="es-ES" dirty="0" err="1"/>
              <a:t>xxxxx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22966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10 Imagen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37" r="71071"/>
          <a:stretch/>
        </p:blipFill>
        <p:spPr>
          <a:xfrm>
            <a:off x="1534702" y="6831"/>
            <a:ext cx="1437614" cy="6849721"/>
          </a:xfrm>
          <a:prstGeom prst="rect">
            <a:avLst/>
          </a:prstGeom>
        </p:spPr>
      </p:pic>
      <p:pic>
        <p:nvPicPr>
          <p:cNvPr id="10" name="9 Imagen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83" t="21" r="64164" b="-21"/>
          <a:stretch/>
        </p:blipFill>
        <p:spPr>
          <a:xfrm>
            <a:off x="3094983" y="0"/>
            <a:ext cx="1445617" cy="6858000"/>
          </a:xfrm>
          <a:prstGeom prst="rect">
            <a:avLst/>
          </a:prstGeom>
        </p:spPr>
      </p:pic>
      <p:pic>
        <p:nvPicPr>
          <p:cNvPr id="9" name="8 Imagen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58" r="56659"/>
          <a:stretch/>
        </p:blipFill>
        <p:spPr>
          <a:xfrm>
            <a:off x="6160618" y="0"/>
            <a:ext cx="1432163" cy="6858000"/>
          </a:xfrm>
          <a:prstGeom prst="rect">
            <a:avLst/>
          </a:prstGeom>
        </p:spPr>
      </p:pic>
      <p:pic>
        <p:nvPicPr>
          <p:cNvPr id="7" name="6 Imagen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72" r="63755"/>
          <a:stretch/>
        </p:blipFill>
        <p:spPr>
          <a:xfrm>
            <a:off x="4620462" y="-24117"/>
            <a:ext cx="1432164" cy="6880670"/>
          </a:xfrm>
          <a:prstGeom prst="rect">
            <a:avLst/>
          </a:prstGeom>
        </p:spPr>
      </p:pic>
      <p:pic>
        <p:nvPicPr>
          <p:cNvPr id="3" name="2 Imagen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904" t="1011" r="515"/>
          <a:stretch/>
        </p:blipFill>
        <p:spPr>
          <a:xfrm>
            <a:off x="7723706" y="6831"/>
            <a:ext cx="1420295" cy="6849722"/>
          </a:xfrm>
          <a:prstGeom prst="rect">
            <a:avLst/>
          </a:prstGeom>
        </p:spPr>
      </p:pic>
      <p:pic>
        <p:nvPicPr>
          <p:cNvPr id="6" name="5 Imagen"/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126" t="22" r="22308" b="-22"/>
          <a:stretch/>
        </p:blipFill>
        <p:spPr>
          <a:xfrm>
            <a:off x="-25578" y="-5502"/>
            <a:ext cx="1444414" cy="6858000"/>
          </a:xfrm>
          <a:prstGeom prst="rect">
            <a:avLst/>
          </a:prstGeom>
        </p:spPr>
      </p:pic>
      <p:sp>
        <p:nvSpPr>
          <p:cNvPr id="55" name="Shape 11"/>
          <p:cNvSpPr/>
          <p:nvPr userDrawn="1"/>
        </p:nvSpPr>
        <p:spPr>
          <a:xfrm>
            <a:off x="6533765" y="-288478"/>
            <a:ext cx="2769551" cy="27695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FFFF">
              <a:alpha val="92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46" name="Shape 45"/>
          <p:cNvSpPr/>
          <p:nvPr userDrawn="1"/>
        </p:nvSpPr>
        <p:spPr>
          <a:xfrm>
            <a:off x="8759909" y="1773289"/>
            <a:ext cx="384092" cy="350998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47" name="Shape 46"/>
          <p:cNvSpPr/>
          <p:nvPr userDrawn="1"/>
        </p:nvSpPr>
        <p:spPr>
          <a:xfrm>
            <a:off x="8581630" y="1624716"/>
            <a:ext cx="356557" cy="350998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57" name="Shape 16"/>
          <p:cNvSpPr/>
          <p:nvPr userDrawn="1"/>
        </p:nvSpPr>
        <p:spPr>
          <a:xfrm>
            <a:off x="-25578" y="3102404"/>
            <a:ext cx="7472623" cy="162274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92000"/>
                </a:srgbClr>
              </a:gs>
              <a:gs pos="100000">
                <a:srgbClr val="960F68">
                  <a:alpha val="9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58" name="Shape 19"/>
          <p:cNvSpPr/>
          <p:nvPr userDrawn="1"/>
        </p:nvSpPr>
        <p:spPr>
          <a:xfrm>
            <a:off x="-10509" y="992541"/>
            <a:ext cx="622069" cy="87867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59" name="Shape 20"/>
          <p:cNvSpPr/>
          <p:nvPr userDrawn="1"/>
        </p:nvSpPr>
        <p:spPr>
          <a:xfrm>
            <a:off x="274523" y="787262"/>
            <a:ext cx="991497" cy="87867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60" name="Shape 21"/>
          <p:cNvSpPr/>
          <p:nvPr userDrawn="1"/>
        </p:nvSpPr>
        <p:spPr>
          <a:xfrm>
            <a:off x="-25578" y="1263639"/>
            <a:ext cx="3120561" cy="4613633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61" name="2 Subtítulo"/>
          <p:cNvSpPr>
            <a:spLocks noGrp="1"/>
          </p:cNvSpPr>
          <p:nvPr>
            <p:ph type="subTitle" idx="1" hasCustomPrompt="1"/>
          </p:nvPr>
        </p:nvSpPr>
        <p:spPr>
          <a:xfrm>
            <a:off x="317946" y="3573016"/>
            <a:ext cx="6846341" cy="1152128"/>
          </a:xfrm>
        </p:spPr>
        <p:txBody>
          <a:bodyPr>
            <a:normAutofit/>
          </a:bodyPr>
          <a:lstStyle>
            <a:lvl1pPr marL="0" indent="0" algn="l">
              <a:buNone/>
              <a:defRPr sz="180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/>
              <a:t>subtítulo de la presentación de ejemplo (</a:t>
            </a:r>
            <a:r>
              <a:rPr lang="es-ES" dirty="0" err="1"/>
              <a:t>arial</a:t>
            </a:r>
            <a:r>
              <a:rPr lang="es-ES" dirty="0"/>
              <a:t> 18, minúsculas)</a:t>
            </a:r>
          </a:p>
        </p:txBody>
      </p:sp>
      <p:sp>
        <p:nvSpPr>
          <p:cNvPr id="62" name="1 Título"/>
          <p:cNvSpPr>
            <a:spLocks noGrp="1"/>
          </p:cNvSpPr>
          <p:nvPr>
            <p:ph type="ctrTitle" hasCustomPrompt="1"/>
          </p:nvPr>
        </p:nvSpPr>
        <p:spPr>
          <a:xfrm>
            <a:off x="317946" y="3284984"/>
            <a:ext cx="6846341" cy="288032"/>
          </a:xfrm>
        </p:spPr>
        <p:txBody>
          <a:bodyPr>
            <a:noAutofit/>
          </a:bodyPr>
          <a:lstStyle>
            <a:lvl1pPr algn="l">
              <a:defRPr sz="2000"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s-ES" dirty="0"/>
              <a:t>Título de la presentación (</a:t>
            </a:r>
            <a:r>
              <a:rPr lang="es-ES" dirty="0" err="1"/>
              <a:t>arial</a:t>
            </a:r>
            <a:r>
              <a:rPr lang="es-ES" dirty="0"/>
              <a:t> 30, minúsculas,  </a:t>
            </a:r>
            <a:r>
              <a:rPr lang="es-ES" dirty="0" err="1"/>
              <a:t>bold</a:t>
            </a:r>
            <a:r>
              <a:rPr lang="es-ES" dirty="0"/>
              <a:t>)</a:t>
            </a:r>
          </a:p>
        </p:txBody>
      </p:sp>
      <p:sp>
        <p:nvSpPr>
          <p:cNvPr id="41" name="Shape 37"/>
          <p:cNvSpPr/>
          <p:nvPr/>
        </p:nvSpPr>
        <p:spPr>
          <a:xfrm>
            <a:off x="5131052" y="4713057"/>
            <a:ext cx="988682" cy="876183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42" name="Shape 38"/>
          <p:cNvSpPr/>
          <p:nvPr/>
        </p:nvSpPr>
        <p:spPr>
          <a:xfrm>
            <a:off x="4902443" y="4620717"/>
            <a:ext cx="457219" cy="47926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2604163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80" t="181" r="17830" b="1705"/>
          <a:stretch/>
        </p:blipFill>
        <p:spPr>
          <a:xfrm>
            <a:off x="0" y="1296000"/>
            <a:ext cx="2550200" cy="5562000"/>
          </a:xfrm>
          <a:prstGeom prst="rect">
            <a:avLst/>
          </a:prstGeom>
        </p:spPr>
      </p:pic>
      <p:sp>
        <p:nvSpPr>
          <p:cNvPr id="20" name="19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061AB-E3E3-4B82-98B1-945D99ABF5FB}" type="slidenum">
              <a:rPr lang="es-ES" smtClean="0"/>
              <a:t>‹nº›</a:t>
            </a:fld>
            <a:endParaRPr lang="es-ES"/>
          </a:p>
        </p:txBody>
      </p:sp>
      <p:sp>
        <p:nvSpPr>
          <p:cNvPr id="22" name="21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2987824" y="2780928"/>
            <a:ext cx="5616624" cy="2376264"/>
          </a:xfrm>
        </p:spPr>
        <p:txBody>
          <a:bodyPr/>
          <a:lstStyle>
            <a:lvl1pPr marL="271463" indent="-271463">
              <a:buClr>
                <a:srgbClr val="960F68"/>
              </a:buClr>
              <a:buFont typeface="+mj-lt"/>
              <a:buAutoNum type="arabicPeriod"/>
              <a:defRPr sz="1800" b="1" baseline="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1pPr>
            <a:lvl2pPr marL="625475" indent="-168275">
              <a:buClr>
                <a:srgbClr val="960F68"/>
              </a:buClr>
              <a:buFont typeface="+mj-lt"/>
              <a:buAutoNum type="romanLcPeriod"/>
              <a:defRPr sz="1400" baseline="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2pPr>
            <a:lvl3pPr marL="1077913" indent="-163513">
              <a:buClr>
                <a:srgbClr val="969696"/>
              </a:buClr>
              <a:defRPr sz="1200" baseline="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3pPr>
            <a:lvl4pPr marL="1371600" indent="0">
              <a:buNone/>
              <a:defRPr>
                <a:latin typeface="Arial" pitchFamily="34" charset="0"/>
                <a:cs typeface="Arial" pitchFamily="34" charset="0"/>
              </a:defRPr>
            </a:lvl4pPr>
            <a:lvl5pPr marL="1828800" indent="0">
              <a:buNone/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  <a:p>
            <a:pPr lvl="1"/>
            <a:r>
              <a:rPr lang="es-ES" dirty="0" err="1"/>
              <a:t>arial</a:t>
            </a:r>
            <a:r>
              <a:rPr lang="es-ES" dirty="0"/>
              <a:t> 14, gris oscuro</a:t>
            </a:r>
          </a:p>
          <a:p>
            <a:pPr lvl="1"/>
            <a:r>
              <a:rPr lang="es-ES" dirty="0" err="1"/>
              <a:t>arial</a:t>
            </a:r>
            <a:r>
              <a:rPr lang="es-ES" dirty="0"/>
              <a:t> 14, gris oscuro</a:t>
            </a:r>
          </a:p>
          <a:p>
            <a:pPr lvl="2"/>
            <a:r>
              <a:rPr lang="es-ES" dirty="0" err="1"/>
              <a:t>arial</a:t>
            </a:r>
            <a:r>
              <a:rPr lang="es-ES" dirty="0"/>
              <a:t> 12, gris oscuro</a:t>
            </a:r>
          </a:p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</p:txBody>
      </p:sp>
      <p:sp>
        <p:nvSpPr>
          <p:cNvPr id="19" name="Shape 68"/>
          <p:cNvSpPr/>
          <p:nvPr/>
        </p:nvSpPr>
        <p:spPr>
          <a:xfrm flipV="1">
            <a:off x="2550199" y="1285797"/>
            <a:ext cx="0" cy="5509782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defTabSz="457200"/>
            <a:endParaRPr sz="1200">
              <a:latin typeface="Helvetica"/>
              <a:ea typeface="Helvetica"/>
              <a:cs typeface="Helvetica"/>
            </a:endParaRPr>
          </a:p>
        </p:txBody>
      </p:sp>
      <p:sp>
        <p:nvSpPr>
          <p:cNvPr id="21" name="Shape 69"/>
          <p:cNvSpPr/>
          <p:nvPr/>
        </p:nvSpPr>
        <p:spPr>
          <a:xfrm>
            <a:off x="366331" y="1941916"/>
            <a:ext cx="1845772" cy="163574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0F68">
                  <a:alpha val="92000"/>
                </a:srgbClr>
              </a:gs>
              <a:gs pos="100000">
                <a:srgbClr val="969696">
                  <a:alpha val="9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23" name="Shape 71"/>
          <p:cNvSpPr/>
          <p:nvPr/>
        </p:nvSpPr>
        <p:spPr>
          <a:xfrm>
            <a:off x="0" y="1067493"/>
            <a:ext cx="491370" cy="950642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24" name="Shape 72"/>
          <p:cNvSpPr/>
          <p:nvPr/>
        </p:nvSpPr>
        <p:spPr>
          <a:xfrm>
            <a:off x="0" y="3084956"/>
            <a:ext cx="955097" cy="881531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grpSp>
        <p:nvGrpSpPr>
          <p:cNvPr id="3" name="2 Grupo"/>
          <p:cNvGrpSpPr/>
          <p:nvPr userDrawn="1"/>
        </p:nvGrpSpPr>
        <p:grpSpPr>
          <a:xfrm>
            <a:off x="5501969" y="0"/>
            <a:ext cx="1230271" cy="885997"/>
            <a:chOff x="7493207" y="660643"/>
            <a:chExt cx="829344" cy="597264"/>
          </a:xfrm>
        </p:grpSpPr>
        <p:sp>
          <p:nvSpPr>
            <p:cNvPr id="25" name="Shape 73"/>
            <p:cNvSpPr/>
            <p:nvPr/>
          </p:nvSpPr>
          <p:spPr>
            <a:xfrm>
              <a:off x="7493207" y="660643"/>
              <a:ext cx="690728" cy="313366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969696">
                    <a:alpha val="52000"/>
                  </a:srgbClr>
                </a:gs>
                <a:gs pos="100000">
                  <a:srgbClr val="960F68">
                    <a:alpha val="52000"/>
                  </a:srgbClr>
                </a:gs>
              </a:gsLst>
              <a:lin ang="10736376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/>
            </a:p>
          </p:txBody>
        </p:sp>
        <p:sp>
          <p:nvSpPr>
            <p:cNvPr id="26" name="Shape 74"/>
            <p:cNvSpPr/>
            <p:nvPr/>
          </p:nvSpPr>
          <p:spPr>
            <a:xfrm>
              <a:off x="7935694" y="877080"/>
              <a:ext cx="386857" cy="380827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969696">
                    <a:alpha val="52000"/>
                  </a:srgbClr>
                </a:gs>
                <a:gs pos="100000">
                  <a:srgbClr val="960F68">
                    <a:alpha val="52000"/>
                  </a:srgbClr>
                </a:gs>
              </a:gsLst>
              <a:lin ang="10736376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/>
            </a:p>
          </p:txBody>
        </p:sp>
      </p:grpSp>
      <p:sp>
        <p:nvSpPr>
          <p:cNvPr id="27" name="Shape 75"/>
          <p:cNvSpPr/>
          <p:nvPr/>
        </p:nvSpPr>
        <p:spPr>
          <a:xfrm flipV="1">
            <a:off x="-68578" y="1285797"/>
            <a:ext cx="6595192" cy="0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28" name="Shape 76"/>
          <p:cNvSpPr/>
          <p:nvPr/>
        </p:nvSpPr>
        <p:spPr>
          <a:xfrm flipV="1">
            <a:off x="6527762" y="0"/>
            <a:ext cx="0" cy="1707436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defTabSz="457200"/>
            <a:endParaRPr sz="1200">
              <a:latin typeface="Helvetica"/>
              <a:ea typeface="Helvetica"/>
              <a:cs typeface="Helvetica"/>
            </a:endParaRPr>
          </a:p>
        </p:txBody>
      </p:sp>
      <p:sp>
        <p:nvSpPr>
          <p:cNvPr id="29" name="Shape 77"/>
          <p:cNvSpPr/>
          <p:nvPr/>
        </p:nvSpPr>
        <p:spPr>
          <a:xfrm flipH="1" flipV="1">
            <a:off x="6527761" y="1707436"/>
            <a:ext cx="2616237" cy="0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defTabSz="457200"/>
            <a:endParaRPr sz="1200">
              <a:latin typeface="Helvetica"/>
              <a:ea typeface="Helvetica"/>
              <a:cs typeface="Helvetica"/>
            </a:endParaRPr>
          </a:p>
        </p:txBody>
      </p:sp>
      <p:sp>
        <p:nvSpPr>
          <p:cNvPr id="30" name="Shape 78"/>
          <p:cNvSpPr/>
          <p:nvPr/>
        </p:nvSpPr>
        <p:spPr>
          <a:xfrm>
            <a:off x="0" y="3637275"/>
            <a:ext cx="481387" cy="66099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4" name="3 Título"/>
          <p:cNvSpPr>
            <a:spLocks noGrp="1"/>
          </p:cNvSpPr>
          <p:nvPr>
            <p:ph type="title" hasCustomPrompt="1"/>
          </p:nvPr>
        </p:nvSpPr>
        <p:spPr>
          <a:xfrm>
            <a:off x="605141" y="2204864"/>
            <a:ext cx="1368152" cy="562074"/>
          </a:xfrm>
        </p:spPr>
        <p:txBody>
          <a:bodyPr anchor="t" anchorCtr="0">
            <a:normAutofit/>
          </a:bodyPr>
          <a:lstStyle>
            <a:lvl1pPr algn="l">
              <a:defRPr sz="2200"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s-ES" dirty="0"/>
              <a:t>INDICE</a:t>
            </a:r>
          </a:p>
        </p:txBody>
      </p:sp>
    </p:spTree>
    <p:extLst>
      <p:ext uri="{BB962C8B-B14F-4D97-AF65-F5344CB8AC3E}">
        <p14:creationId xmlns:p14="http://schemas.microsoft.com/office/powerpoint/2010/main" val="1424442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9" t="7088" r="71142" b="1660"/>
          <a:stretch/>
        </p:blipFill>
        <p:spPr>
          <a:xfrm>
            <a:off x="-1" y="1285797"/>
            <a:ext cx="2550200" cy="5562726"/>
          </a:xfrm>
          <a:prstGeom prst="rect">
            <a:avLst/>
          </a:prstGeom>
        </p:spPr>
      </p:pic>
      <p:sp>
        <p:nvSpPr>
          <p:cNvPr id="27" name="Shape 69"/>
          <p:cNvSpPr/>
          <p:nvPr userDrawn="1"/>
        </p:nvSpPr>
        <p:spPr>
          <a:xfrm>
            <a:off x="366331" y="1941916"/>
            <a:ext cx="1845772" cy="163574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0F68">
                  <a:alpha val="92000"/>
                </a:srgbClr>
              </a:gs>
              <a:gs pos="100000">
                <a:srgbClr val="969696">
                  <a:alpha val="9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28" name="Shape 71"/>
          <p:cNvSpPr/>
          <p:nvPr userDrawn="1"/>
        </p:nvSpPr>
        <p:spPr>
          <a:xfrm>
            <a:off x="0" y="1067493"/>
            <a:ext cx="491370" cy="950642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29" name="Shape 72"/>
          <p:cNvSpPr/>
          <p:nvPr userDrawn="1"/>
        </p:nvSpPr>
        <p:spPr>
          <a:xfrm>
            <a:off x="0" y="3084956"/>
            <a:ext cx="955097" cy="881531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grpSp>
        <p:nvGrpSpPr>
          <p:cNvPr id="30" name="29 Grupo"/>
          <p:cNvGrpSpPr/>
          <p:nvPr userDrawn="1"/>
        </p:nvGrpSpPr>
        <p:grpSpPr>
          <a:xfrm>
            <a:off x="5501969" y="0"/>
            <a:ext cx="1230271" cy="885997"/>
            <a:chOff x="7493207" y="660643"/>
            <a:chExt cx="829344" cy="597264"/>
          </a:xfrm>
        </p:grpSpPr>
        <p:sp>
          <p:nvSpPr>
            <p:cNvPr id="31" name="Shape 73"/>
            <p:cNvSpPr/>
            <p:nvPr/>
          </p:nvSpPr>
          <p:spPr>
            <a:xfrm>
              <a:off x="7493207" y="660643"/>
              <a:ext cx="690728" cy="313366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969696">
                    <a:alpha val="52000"/>
                  </a:srgbClr>
                </a:gs>
                <a:gs pos="100000">
                  <a:srgbClr val="960F68">
                    <a:alpha val="52000"/>
                  </a:srgbClr>
                </a:gs>
              </a:gsLst>
              <a:lin ang="10736376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/>
            </a:p>
          </p:txBody>
        </p:sp>
        <p:sp>
          <p:nvSpPr>
            <p:cNvPr id="32" name="Shape 74"/>
            <p:cNvSpPr/>
            <p:nvPr/>
          </p:nvSpPr>
          <p:spPr>
            <a:xfrm>
              <a:off x="7935694" y="877080"/>
              <a:ext cx="386857" cy="380827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969696">
                    <a:alpha val="52000"/>
                  </a:srgbClr>
                </a:gs>
                <a:gs pos="100000">
                  <a:srgbClr val="960F68">
                    <a:alpha val="52000"/>
                  </a:srgbClr>
                </a:gs>
              </a:gsLst>
              <a:lin ang="10736376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/>
            </a:p>
          </p:txBody>
        </p:sp>
      </p:grpSp>
      <p:sp>
        <p:nvSpPr>
          <p:cNvPr id="33" name="Shape 78"/>
          <p:cNvSpPr/>
          <p:nvPr userDrawn="1"/>
        </p:nvSpPr>
        <p:spPr>
          <a:xfrm>
            <a:off x="0" y="3637275"/>
            <a:ext cx="481387" cy="66099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8" name="19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E60061AB-E3E3-4B82-98B1-945D99ABF5FB}" type="slidenum">
              <a:rPr lang="es-ES" smtClean="0"/>
              <a:t>‹nº›</a:t>
            </a:fld>
            <a:endParaRPr lang="es-ES"/>
          </a:p>
        </p:txBody>
      </p:sp>
      <p:sp>
        <p:nvSpPr>
          <p:cNvPr id="11" name="Shape 68"/>
          <p:cNvSpPr/>
          <p:nvPr userDrawn="1"/>
        </p:nvSpPr>
        <p:spPr>
          <a:xfrm flipV="1">
            <a:off x="2550199" y="1285797"/>
            <a:ext cx="0" cy="5509782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defTabSz="457200"/>
            <a:endParaRPr sz="1200">
              <a:latin typeface="Helvetica"/>
              <a:ea typeface="Helvetica"/>
              <a:cs typeface="Helvetica"/>
            </a:endParaRPr>
          </a:p>
        </p:txBody>
      </p:sp>
      <p:sp>
        <p:nvSpPr>
          <p:cNvPr id="20" name="Shape 75"/>
          <p:cNvSpPr/>
          <p:nvPr userDrawn="1"/>
        </p:nvSpPr>
        <p:spPr>
          <a:xfrm flipV="1">
            <a:off x="-68578" y="1285797"/>
            <a:ext cx="6595192" cy="0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21" name="Shape 76"/>
          <p:cNvSpPr/>
          <p:nvPr userDrawn="1"/>
        </p:nvSpPr>
        <p:spPr>
          <a:xfrm flipV="1">
            <a:off x="6527762" y="0"/>
            <a:ext cx="0" cy="1707436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defTabSz="457200"/>
            <a:endParaRPr sz="1200">
              <a:latin typeface="Helvetica"/>
              <a:ea typeface="Helvetica"/>
              <a:cs typeface="Helvetica"/>
            </a:endParaRPr>
          </a:p>
        </p:txBody>
      </p:sp>
      <p:sp>
        <p:nvSpPr>
          <p:cNvPr id="22" name="Shape 77"/>
          <p:cNvSpPr/>
          <p:nvPr userDrawn="1"/>
        </p:nvSpPr>
        <p:spPr>
          <a:xfrm flipH="1" flipV="1">
            <a:off x="6527761" y="1707436"/>
            <a:ext cx="2616237" cy="0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defTabSz="457200"/>
            <a:endParaRPr sz="1200">
              <a:latin typeface="Helvetica"/>
              <a:ea typeface="Helvetica"/>
              <a:cs typeface="Helvetica"/>
            </a:endParaRPr>
          </a:p>
        </p:txBody>
      </p:sp>
      <p:sp>
        <p:nvSpPr>
          <p:cNvPr id="24" name="3 Título"/>
          <p:cNvSpPr>
            <a:spLocks noGrp="1"/>
          </p:cNvSpPr>
          <p:nvPr>
            <p:ph type="title" hasCustomPrompt="1"/>
          </p:nvPr>
        </p:nvSpPr>
        <p:spPr>
          <a:xfrm>
            <a:off x="605141" y="2204864"/>
            <a:ext cx="1368152" cy="562074"/>
          </a:xfrm>
        </p:spPr>
        <p:txBody>
          <a:bodyPr anchor="t" anchorCtr="0">
            <a:normAutofit/>
          </a:bodyPr>
          <a:lstStyle>
            <a:lvl1pPr algn="l">
              <a:defRPr sz="2200"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s-ES" dirty="0"/>
              <a:t>INDICE</a:t>
            </a:r>
          </a:p>
        </p:txBody>
      </p:sp>
      <p:sp>
        <p:nvSpPr>
          <p:cNvPr id="34" name="21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2987824" y="2780928"/>
            <a:ext cx="5616624" cy="2376264"/>
          </a:xfrm>
        </p:spPr>
        <p:txBody>
          <a:bodyPr/>
          <a:lstStyle>
            <a:lvl1pPr marL="271463" indent="-271463">
              <a:buClr>
                <a:srgbClr val="960F68"/>
              </a:buClr>
              <a:buFont typeface="+mj-lt"/>
              <a:buAutoNum type="arabicPeriod"/>
              <a:defRPr sz="1800" b="1" baseline="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1pPr>
            <a:lvl2pPr marL="625475" indent="-168275">
              <a:buClr>
                <a:srgbClr val="960F68"/>
              </a:buClr>
              <a:buFont typeface="+mj-lt"/>
              <a:buAutoNum type="romanLcPeriod"/>
              <a:defRPr sz="1400" baseline="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2pPr>
            <a:lvl3pPr marL="1077913" indent="-163513">
              <a:buClr>
                <a:srgbClr val="969696"/>
              </a:buClr>
              <a:defRPr sz="1200" baseline="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3pPr>
            <a:lvl4pPr marL="1371600" indent="0">
              <a:buNone/>
              <a:defRPr>
                <a:latin typeface="Arial" pitchFamily="34" charset="0"/>
                <a:cs typeface="Arial" pitchFamily="34" charset="0"/>
              </a:defRPr>
            </a:lvl4pPr>
            <a:lvl5pPr marL="1828800" indent="0">
              <a:buNone/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  <a:p>
            <a:pPr lvl="1"/>
            <a:r>
              <a:rPr lang="es-ES" dirty="0" err="1"/>
              <a:t>arial</a:t>
            </a:r>
            <a:r>
              <a:rPr lang="es-ES" dirty="0"/>
              <a:t> 14, gris oscuro</a:t>
            </a:r>
          </a:p>
          <a:p>
            <a:pPr lvl="1"/>
            <a:r>
              <a:rPr lang="es-ES" dirty="0" err="1"/>
              <a:t>arial</a:t>
            </a:r>
            <a:r>
              <a:rPr lang="es-ES" dirty="0"/>
              <a:t> 14, gris oscuro</a:t>
            </a:r>
          </a:p>
          <a:p>
            <a:pPr lvl="2"/>
            <a:r>
              <a:rPr lang="es-ES" dirty="0" err="1"/>
              <a:t>arial</a:t>
            </a:r>
            <a:r>
              <a:rPr lang="es-ES" dirty="0"/>
              <a:t> 12, gris oscuro</a:t>
            </a:r>
          </a:p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</p:txBody>
      </p:sp>
    </p:spTree>
    <p:extLst>
      <p:ext uri="{BB962C8B-B14F-4D97-AF65-F5344CB8AC3E}">
        <p14:creationId xmlns:p14="http://schemas.microsoft.com/office/powerpoint/2010/main" val="21988406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 t="-256" r="58181" b="256"/>
          <a:stretch/>
        </p:blipFill>
        <p:spPr>
          <a:xfrm>
            <a:off x="11765" y="1285797"/>
            <a:ext cx="2533435" cy="5572203"/>
          </a:xfrm>
          <a:prstGeom prst="rect">
            <a:avLst/>
          </a:prstGeom>
        </p:spPr>
      </p:pic>
      <p:sp>
        <p:nvSpPr>
          <p:cNvPr id="27" name="Shape 69"/>
          <p:cNvSpPr/>
          <p:nvPr userDrawn="1"/>
        </p:nvSpPr>
        <p:spPr>
          <a:xfrm>
            <a:off x="366331" y="1941916"/>
            <a:ext cx="1845772" cy="163574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0F68">
                  <a:alpha val="92000"/>
                </a:srgbClr>
              </a:gs>
              <a:gs pos="100000">
                <a:srgbClr val="969696">
                  <a:alpha val="9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28" name="Shape 71"/>
          <p:cNvSpPr/>
          <p:nvPr userDrawn="1"/>
        </p:nvSpPr>
        <p:spPr>
          <a:xfrm>
            <a:off x="0" y="1067493"/>
            <a:ext cx="491370" cy="950642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29" name="Shape 72"/>
          <p:cNvSpPr/>
          <p:nvPr userDrawn="1"/>
        </p:nvSpPr>
        <p:spPr>
          <a:xfrm>
            <a:off x="0" y="3084956"/>
            <a:ext cx="955097" cy="881531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grpSp>
        <p:nvGrpSpPr>
          <p:cNvPr id="30" name="29 Grupo"/>
          <p:cNvGrpSpPr/>
          <p:nvPr userDrawn="1"/>
        </p:nvGrpSpPr>
        <p:grpSpPr>
          <a:xfrm>
            <a:off x="5501969" y="0"/>
            <a:ext cx="1230271" cy="885997"/>
            <a:chOff x="7493207" y="660643"/>
            <a:chExt cx="829344" cy="597264"/>
          </a:xfrm>
        </p:grpSpPr>
        <p:sp>
          <p:nvSpPr>
            <p:cNvPr id="31" name="Shape 73"/>
            <p:cNvSpPr/>
            <p:nvPr/>
          </p:nvSpPr>
          <p:spPr>
            <a:xfrm>
              <a:off x="7493207" y="660643"/>
              <a:ext cx="690728" cy="313366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969696">
                    <a:alpha val="52000"/>
                  </a:srgbClr>
                </a:gs>
                <a:gs pos="100000">
                  <a:srgbClr val="960F68">
                    <a:alpha val="52000"/>
                  </a:srgbClr>
                </a:gs>
              </a:gsLst>
              <a:lin ang="10736376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/>
            </a:p>
          </p:txBody>
        </p:sp>
        <p:sp>
          <p:nvSpPr>
            <p:cNvPr id="32" name="Shape 74"/>
            <p:cNvSpPr/>
            <p:nvPr/>
          </p:nvSpPr>
          <p:spPr>
            <a:xfrm>
              <a:off x="7935694" y="877080"/>
              <a:ext cx="386857" cy="380827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969696">
                    <a:alpha val="52000"/>
                  </a:srgbClr>
                </a:gs>
                <a:gs pos="100000">
                  <a:srgbClr val="960F68">
                    <a:alpha val="52000"/>
                  </a:srgbClr>
                </a:gs>
              </a:gsLst>
              <a:lin ang="10736376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/>
            </a:p>
          </p:txBody>
        </p:sp>
      </p:grpSp>
      <p:sp>
        <p:nvSpPr>
          <p:cNvPr id="33" name="Shape 78"/>
          <p:cNvSpPr/>
          <p:nvPr userDrawn="1"/>
        </p:nvSpPr>
        <p:spPr>
          <a:xfrm>
            <a:off x="0" y="3637275"/>
            <a:ext cx="481387" cy="66099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8" name="19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E60061AB-E3E3-4B82-98B1-945D99ABF5FB}" type="slidenum">
              <a:rPr lang="es-ES" smtClean="0"/>
              <a:t>‹nº›</a:t>
            </a:fld>
            <a:endParaRPr lang="es-ES"/>
          </a:p>
        </p:txBody>
      </p:sp>
      <p:sp>
        <p:nvSpPr>
          <p:cNvPr id="11" name="Shape 68"/>
          <p:cNvSpPr/>
          <p:nvPr userDrawn="1"/>
        </p:nvSpPr>
        <p:spPr>
          <a:xfrm flipV="1">
            <a:off x="2550199" y="1285797"/>
            <a:ext cx="0" cy="5509782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defTabSz="457200"/>
            <a:endParaRPr sz="1200">
              <a:latin typeface="Helvetica"/>
              <a:ea typeface="Helvetica"/>
              <a:cs typeface="Helvetica"/>
            </a:endParaRPr>
          </a:p>
        </p:txBody>
      </p:sp>
      <p:sp>
        <p:nvSpPr>
          <p:cNvPr id="20" name="Shape 75"/>
          <p:cNvSpPr/>
          <p:nvPr userDrawn="1"/>
        </p:nvSpPr>
        <p:spPr>
          <a:xfrm flipV="1">
            <a:off x="-68578" y="1285797"/>
            <a:ext cx="6595192" cy="0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21" name="Shape 76"/>
          <p:cNvSpPr/>
          <p:nvPr userDrawn="1"/>
        </p:nvSpPr>
        <p:spPr>
          <a:xfrm flipV="1">
            <a:off x="6527762" y="0"/>
            <a:ext cx="0" cy="1707436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defTabSz="457200"/>
            <a:endParaRPr sz="1200">
              <a:latin typeface="Helvetica"/>
              <a:ea typeface="Helvetica"/>
              <a:cs typeface="Helvetica"/>
            </a:endParaRPr>
          </a:p>
        </p:txBody>
      </p:sp>
      <p:sp>
        <p:nvSpPr>
          <p:cNvPr id="22" name="Shape 77"/>
          <p:cNvSpPr/>
          <p:nvPr userDrawn="1"/>
        </p:nvSpPr>
        <p:spPr>
          <a:xfrm flipH="1" flipV="1">
            <a:off x="6527761" y="1707436"/>
            <a:ext cx="2616237" cy="0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defTabSz="457200"/>
            <a:endParaRPr sz="1200">
              <a:latin typeface="Helvetica"/>
              <a:ea typeface="Helvetica"/>
              <a:cs typeface="Helvetica"/>
            </a:endParaRPr>
          </a:p>
        </p:txBody>
      </p:sp>
      <p:sp>
        <p:nvSpPr>
          <p:cNvPr id="24" name="3 Título"/>
          <p:cNvSpPr>
            <a:spLocks noGrp="1"/>
          </p:cNvSpPr>
          <p:nvPr>
            <p:ph type="title" hasCustomPrompt="1"/>
          </p:nvPr>
        </p:nvSpPr>
        <p:spPr>
          <a:xfrm>
            <a:off x="605141" y="2204864"/>
            <a:ext cx="1368152" cy="562074"/>
          </a:xfrm>
        </p:spPr>
        <p:txBody>
          <a:bodyPr anchor="t" anchorCtr="0">
            <a:normAutofit/>
          </a:bodyPr>
          <a:lstStyle>
            <a:lvl1pPr algn="l">
              <a:defRPr sz="2200"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s-ES" dirty="0"/>
              <a:t>INDICE</a:t>
            </a:r>
          </a:p>
        </p:txBody>
      </p:sp>
      <p:sp>
        <p:nvSpPr>
          <p:cNvPr id="34" name="21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2987824" y="2780928"/>
            <a:ext cx="5616624" cy="2376264"/>
          </a:xfrm>
        </p:spPr>
        <p:txBody>
          <a:bodyPr/>
          <a:lstStyle>
            <a:lvl1pPr marL="271463" indent="-271463">
              <a:buClr>
                <a:srgbClr val="960F68"/>
              </a:buClr>
              <a:buFont typeface="+mj-lt"/>
              <a:buAutoNum type="arabicPeriod"/>
              <a:defRPr sz="1800" b="1" baseline="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1pPr>
            <a:lvl2pPr marL="625475" indent="-168275">
              <a:buClr>
                <a:srgbClr val="960F68"/>
              </a:buClr>
              <a:buFont typeface="+mj-lt"/>
              <a:buAutoNum type="romanLcPeriod"/>
              <a:defRPr sz="1400" baseline="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2pPr>
            <a:lvl3pPr marL="1077913" indent="-163513">
              <a:buClr>
                <a:srgbClr val="969696"/>
              </a:buClr>
              <a:defRPr sz="1200" baseline="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3pPr>
            <a:lvl4pPr marL="1371600" indent="0">
              <a:buNone/>
              <a:defRPr>
                <a:latin typeface="Arial" pitchFamily="34" charset="0"/>
                <a:cs typeface="Arial" pitchFamily="34" charset="0"/>
              </a:defRPr>
            </a:lvl4pPr>
            <a:lvl5pPr marL="1828800" indent="0">
              <a:buNone/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  <a:p>
            <a:pPr lvl="1"/>
            <a:r>
              <a:rPr lang="es-ES" dirty="0" err="1"/>
              <a:t>arial</a:t>
            </a:r>
            <a:r>
              <a:rPr lang="es-ES" dirty="0"/>
              <a:t> 14, gris oscuro</a:t>
            </a:r>
          </a:p>
          <a:p>
            <a:pPr lvl="1"/>
            <a:r>
              <a:rPr lang="es-ES" dirty="0" err="1"/>
              <a:t>arial</a:t>
            </a:r>
            <a:r>
              <a:rPr lang="es-ES" dirty="0"/>
              <a:t> 14, gris oscuro</a:t>
            </a:r>
          </a:p>
          <a:p>
            <a:pPr lvl="2"/>
            <a:r>
              <a:rPr lang="es-ES" dirty="0" err="1"/>
              <a:t>arial</a:t>
            </a:r>
            <a:r>
              <a:rPr lang="es-ES" dirty="0"/>
              <a:t> 12, gris oscuro</a:t>
            </a:r>
          </a:p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</p:txBody>
      </p:sp>
    </p:spTree>
    <p:extLst>
      <p:ext uri="{BB962C8B-B14F-4D97-AF65-F5344CB8AC3E}">
        <p14:creationId xmlns:p14="http://schemas.microsoft.com/office/powerpoint/2010/main" val="36130247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01" t="6729" r="36209" b="506"/>
          <a:stretch/>
        </p:blipFill>
        <p:spPr>
          <a:xfrm>
            <a:off x="-1" y="1285796"/>
            <a:ext cx="2550200" cy="5572203"/>
          </a:xfrm>
          <a:prstGeom prst="rect">
            <a:avLst/>
          </a:prstGeom>
        </p:spPr>
      </p:pic>
      <p:sp>
        <p:nvSpPr>
          <p:cNvPr id="27" name="Shape 69"/>
          <p:cNvSpPr/>
          <p:nvPr userDrawn="1"/>
        </p:nvSpPr>
        <p:spPr>
          <a:xfrm>
            <a:off x="366331" y="1941916"/>
            <a:ext cx="1845772" cy="163574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0F68">
                  <a:alpha val="92000"/>
                </a:srgbClr>
              </a:gs>
              <a:gs pos="100000">
                <a:srgbClr val="969696">
                  <a:alpha val="9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28" name="Shape 71"/>
          <p:cNvSpPr/>
          <p:nvPr userDrawn="1"/>
        </p:nvSpPr>
        <p:spPr>
          <a:xfrm>
            <a:off x="0" y="1067493"/>
            <a:ext cx="491370" cy="950642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29" name="Shape 72"/>
          <p:cNvSpPr/>
          <p:nvPr userDrawn="1"/>
        </p:nvSpPr>
        <p:spPr>
          <a:xfrm>
            <a:off x="0" y="3084956"/>
            <a:ext cx="955097" cy="881531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grpSp>
        <p:nvGrpSpPr>
          <p:cNvPr id="30" name="29 Grupo"/>
          <p:cNvGrpSpPr/>
          <p:nvPr userDrawn="1"/>
        </p:nvGrpSpPr>
        <p:grpSpPr>
          <a:xfrm>
            <a:off x="5501969" y="0"/>
            <a:ext cx="1230271" cy="885997"/>
            <a:chOff x="7493207" y="660643"/>
            <a:chExt cx="829344" cy="597264"/>
          </a:xfrm>
        </p:grpSpPr>
        <p:sp>
          <p:nvSpPr>
            <p:cNvPr id="31" name="Shape 73"/>
            <p:cNvSpPr/>
            <p:nvPr/>
          </p:nvSpPr>
          <p:spPr>
            <a:xfrm>
              <a:off x="7493207" y="660643"/>
              <a:ext cx="690728" cy="313366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969696">
                    <a:alpha val="52000"/>
                  </a:srgbClr>
                </a:gs>
                <a:gs pos="100000">
                  <a:srgbClr val="960F68">
                    <a:alpha val="52000"/>
                  </a:srgbClr>
                </a:gs>
              </a:gsLst>
              <a:lin ang="10736376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/>
            </a:p>
          </p:txBody>
        </p:sp>
        <p:sp>
          <p:nvSpPr>
            <p:cNvPr id="32" name="Shape 74"/>
            <p:cNvSpPr/>
            <p:nvPr/>
          </p:nvSpPr>
          <p:spPr>
            <a:xfrm>
              <a:off x="7935694" y="877080"/>
              <a:ext cx="386857" cy="380827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969696">
                    <a:alpha val="52000"/>
                  </a:srgbClr>
                </a:gs>
                <a:gs pos="100000">
                  <a:srgbClr val="960F68">
                    <a:alpha val="52000"/>
                  </a:srgbClr>
                </a:gs>
              </a:gsLst>
              <a:lin ang="10736376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/>
            </a:p>
          </p:txBody>
        </p:sp>
      </p:grpSp>
      <p:sp>
        <p:nvSpPr>
          <p:cNvPr id="33" name="Shape 78"/>
          <p:cNvSpPr/>
          <p:nvPr userDrawn="1"/>
        </p:nvSpPr>
        <p:spPr>
          <a:xfrm>
            <a:off x="-17933" y="3966487"/>
            <a:ext cx="481387" cy="66099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8" name="19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E60061AB-E3E3-4B82-98B1-945D99ABF5FB}" type="slidenum">
              <a:rPr lang="es-ES" smtClean="0"/>
              <a:t>‹nº›</a:t>
            </a:fld>
            <a:endParaRPr lang="es-ES"/>
          </a:p>
        </p:txBody>
      </p:sp>
      <p:sp>
        <p:nvSpPr>
          <p:cNvPr id="11" name="Shape 68"/>
          <p:cNvSpPr/>
          <p:nvPr userDrawn="1"/>
        </p:nvSpPr>
        <p:spPr>
          <a:xfrm flipV="1">
            <a:off x="2550199" y="1285797"/>
            <a:ext cx="0" cy="5509782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defTabSz="457200"/>
            <a:endParaRPr sz="1200">
              <a:latin typeface="Helvetica"/>
              <a:ea typeface="Helvetica"/>
              <a:cs typeface="Helvetica"/>
            </a:endParaRPr>
          </a:p>
        </p:txBody>
      </p:sp>
      <p:sp>
        <p:nvSpPr>
          <p:cNvPr id="20" name="Shape 75"/>
          <p:cNvSpPr/>
          <p:nvPr userDrawn="1"/>
        </p:nvSpPr>
        <p:spPr>
          <a:xfrm flipV="1">
            <a:off x="-68578" y="1285797"/>
            <a:ext cx="6595192" cy="0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21" name="Shape 76"/>
          <p:cNvSpPr/>
          <p:nvPr userDrawn="1"/>
        </p:nvSpPr>
        <p:spPr>
          <a:xfrm flipV="1">
            <a:off x="6527762" y="0"/>
            <a:ext cx="0" cy="1707436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defTabSz="457200"/>
            <a:endParaRPr sz="1200">
              <a:latin typeface="Helvetica"/>
              <a:ea typeface="Helvetica"/>
              <a:cs typeface="Helvetica"/>
            </a:endParaRPr>
          </a:p>
        </p:txBody>
      </p:sp>
      <p:sp>
        <p:nvSpPr>
          <p:cNvPr id="22" name="Shape 77"/>
          <p:cNvSpPr/>
          <p:nvPr userDrawn="1"/>
        </p:nvSpPr>
        <p:spPr>
          <a:xfrm flipH="1" flipV="1">
            <a:off x="6527761" y="1707436"/>
            <a:ext cx="2616237" cy="0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defTabSz="457200"/>
            <a:endParaRPr sz="1200">
              <a:latin typeface="Helvetica"/>
              <a:ea typeface="Helvetica"/>
              <a:cs typeface="Helvetica"/>
            </a:endParaRPr>
          </a:p>
        </p:txBody>
      </p:sp>
      <p:sp>
        <p:nvSpPr>
          <p:cNvPr id="24" name="3 Título"/>
          <p:cNvSpPr>
            <a:spLocks noGrp="1"/>
          </p:cNvSpPr>
          <p:nvPr>
            <p:ph type="title" hasCustomPrompt="1"/>
          </p:nvPr>
        </p:nvSpPr>
        <p:spPr>
          <a:xfrm>
            <a:off x="605141" y="2204864"/>
            <a:ext cx="1368152" cy="562074"/>
          </a:xfrm>
        </p:spPr>
        <p:txBody>
          <a:bodyPr anchor="t" anchorCtr="0">
            <a:normAutofit/>
          </a:bodyPr>
          <a:lstStyle>
            <a:lvl1pPr algn="l">
              <a:defRPr sz="2200"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s-ES" dirty="0"/>
              <a:t>INDICE</a:t>
            </a:r>
          </a:p>
        </p:txBody>
      </p:sp>
      <p:sp>
        <p:nvSpPr>
          <p:cNvPr id="34" name="21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2987824" y="2780928"/>
            <a:ext cx="5616624" cy="2376264"/>
          </a:xfrm>
        </p:spPr>
        <p:txBody>
          <a:bodyPr/>
          <a:lstStyle>
            <a:lvl1pPr marL="271463" indent="-271463">
              <a:buClr>
                <a:srgbClr val="960F68"/>
              </a:buClr>
              <a:buFont typeface="+mj-lt"/>
              <a:buAutoNum type="arabicPeriod"/>
              <a:defRPr sz="1800" b="1" baseline="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1pPr>
            <a:lvl2pPr marL="625475" indent="-168275">
              <a:buClr>
                <a:srgbClr val="960F68"/>
              </a:buClr>
              <a:buFont typeface="+mj-lt"/>
              <a:buAutoNum type="romanLcPeriod"/>
              <a:defRPr sz="1400" baseline="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2pPr>
            <a:lvl3pPr marL="1077913" indent="-163513">
              <a:buClr>
                <a:srgbClr val="969696"/>
              </a:buClr>
              <a:defRPr sz="1200" baseline="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3pPr>
            <a:lvl4pPr marL="1371600" indent="0">
              <a:buNone/>
              <a:defRPr>
                <a:latin typeface="Arial" pitchFamily="34" charset="0"/>
                <a:cs typeface="Arial" pitchFamily="34" charset="0"/>
              </a:defRPr>
            </a:lvl4pPr>
            <a:lvl5pPr marL="1828800" indent="0">
              <a:buNone/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  <a:p>
            <a:pPr lvl="1"/>
            <a:r>
              <a:rPr lang="es-ES" dirty="0" err="1"/>
              <a:t>arial</a:t>
            </a:r>
            <a:r>
              <a:rPr lang="es-ES" dirty="0"/>
              <a:t> 14, gris oscuro</a:t>
            </a:r>
          </a:p>
          <a:p>
            <a:pPr lvl="1"/>
            <a:r>
              <a:rPr lang="es-ES" dirty="0" err="1"/>
              <a:t>arial</a:t>
            </a:r>
            <a:r>
              <a:rPr lang="es-ES" dirty="0"/>
              <a:t> 14, gris oscuro</a:t>
            </a:r>
          </a:p>
          <a:p>
            <a:pPr lvl="2"/>
            <a:r>
              <a:rPr lang="es-ES" dirty="0" err="1"/>
              <a:t>arial</a:t>
            </a:r>
            <a:r>
              <a:rPr lang="es-ES" dirty="0"/>
              <a:t> 12, gris oscuro</a:t>
            </a:r>
          </a:p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</p:txBody>
      </p:sp>
    </p:spTree>
    <p:extLst>
      <p:ext uri="{BB962C8B-B14F-4D97-AF65-F5344CB8AC3E}">
        <p14:creationId xmlns:p14="http://schemas.microsoft.com/office/powerpoint/2010/main" val="14390119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2 Imagen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0" r="53805" b="1706"/>
          <a:stretch/>
        </p:blipFill>
        <p:spPr>
          <a:xfrm>
            <a:off x="0" y="1285797"/>
            <a:ext cx="2550199" cy="5572203"/>
          </a:xfrm>
          <a:prstGeom prst="rect">
            <a:avLst/>
          </a:prstGeom>
        </p:spPr>
      </p:pic>
      <p:sp>
        <p:nvSpPr>
          <p:cNvPr id="27" name="Shape 69"/>
          <p:cNvSpPr/>
          <p:nvPr userDrawn="1"/>
        </p:nvSpPr>
        <p:spPr>
          <a:xfrm>
            <a:off x="366331" y="1941916"/>
            <a:ext cx="1845772" cy="163574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0F68">
                  <a:alpha val="92000"/>
                </a:srgbClr>
              </a:gs>
              <a:gs pos="100000">
                <a:srgbClr val="969696">
                  <a:alpha val="9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28" name="Shape 71"/>
          <p:cNvSpPr/>
          <p:nvPr userDrawn="1"/>
        </p:nvSpPr>
        <p:spPr>
          <a:xfrm>
            <a:off x="0" y="1067493"/>
            <a:ext cx="491370" cy="950642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29" name="Shape 72"/>
          <p:cNvSpPr/>
          <p:nvPr userDrawn="1"/>
        </p:nvSpPr>
        <p:spPr>
          <a:xfrm>
            <a:off x="0" y="3084956"/>
            <a:ext cx="955097" cy="881531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grpSp>
        <p:nvGrpSpPr>
          <p:cNvPr id="30" name="29 Grupo"/>
          <p:cNvGrpSpPr/>
          <p:nvPr userDrawn="1"/>
        </p:nvGrpSpPr>
        <p:grpSpPr>
          <a:xfrm>
            <a:off x="5501969" y="0"/>
            <a:ext cx="1230271" cy="885997"/>
            <a:chOff x="7493207" y="660643"/>
            <a:chExt cx="829344" cy="597264"/>
          </a:xfrm>
        </p:grpSpPr>
        <p:sp>
          <p:nvSpPr>
            <p:cNvPr id="31" name="Shape 73"/>
            <p:cNvSpPr/>
            <p:nvPr/>
          </p:nvSpPr>
          <p:spPr>
            <a:xfrm>
              <a:off x="7493207" y="660643"/>
              <a:ext cx="690728" cy="313366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969696">
                    <a:alpha val="52000"/>
                  </a:srgbClr>
                </a:gs>
                <a:gs pos="100000">
                  <a:srgbClr val="960F68">
                    <a:alpha val="52000"/>
                  </a:srgbClr>
                </a:gs>
              </a:gsLst>
              <a:lin ang="10736376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/>
            </a:p>
          </p:txBody>
        </p:sp>
        <p:sp>
          <p:nvSpPr>
            <p:cNvPr id="32" name="Shape 74"/>
            <p:cNvSpPr/>
            <p:nvPr/>
          </p:nvSpPr>
          <p:spPr>
            <a:xfrm>
              <a:off x="7935694" y="877080"/>
              <a:ext cx="386857" cy="380827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969696">
                    <a:alpha val="52000"/>
                  </a:srgbClr>
                </a:gs>
                <a:gs pos="100000">
                  <a:srgbClr val="960F68">
                    <a:alpha val="52000"/>
                  </a:srgbClr>
                </a:gs>
              </a:gsLst>
              <a:lin ang="10736376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/>
            </a:p>
          </p:txBody>
        </p:sp>
      </p:grpSp>
      <p:sp>
        <p:nvSpPr>
          <p:cNvPr id="33" name="Shape 78"/>
          <p:cNvSpPr/>
          <p:nvPr userDrawn="1"/>
        </p:nvSpPr>
        <p:spPr>
          <a:xfrm>
            <a:off x="-17933" y="3966487"/>
            <a:ext cx="481387" cy="66099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8" name="19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E60061AB-E3E3-4B82-98B1-945D99ABF5FB}" type="slidenum">
              <a:rPr lang="es-ES" smtClean="0"/>
              <a:t>‹nº›</a:t>
            </a:fld>
            <a:endParaRPr lang="es-ES"/>
          </a:p>
        </p:txBody>
      </p:sp>
      <p:sp>
        <p:nvSpPr>
          <p:cNvPr id="11" name="Shape 68"/>
          <p:cNvSpPr/>
          <p:nvPr userDrawn="1"/>
        </p:nvSpPr>
        <p:spPr>
          <a:xfrm flipV="1">
            <a:off x="2550199" y="1285797"/>
            <a:ext cx="0" cy="5509782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defTabSz="457200"/>
            <a:endParaRPr sz="1200">
              <a:latin typeface="Helvetica"/>
              <a:ea typeface="Helvetica"/>
              <a:cs typeface="Helvetica"/>
            </a:endParaRPr>
          </a:p>
        </p:txBody>
      </p:sp>
      <p:sp>
        <p:nvSpPr>
          <p:cNvPr id="20" name="Shape 75"/>
          <p:cNvSpPr/>
          <p:nvPr userDrawn="1"/>
        </p:nvSpPr>
        <p:spPr>
          <a:xfrm flipV="1">
            <a:off x="-68578" y="1285797"/>
            <a:ext cx="6595192" cy="0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21" name="Shape 76"/>
          <p:cNvSpPr/>
          <p:nvPr userDrawn="1"/>
        </p:nvSpPr>
        <p:spPr>
          <a:xfrm flipV="1">
            <a:off x="6527762" y="0"/>
            <a:ext cx="0" cy="1707436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defTabSz="457200"/>
            <a:endParaRPr sz="1200">
              <a:latin typeface="Helvetica"/>
              <a:ea typeface="Helvetica"/>
              <a:cs typeface="Helvetica"/>
            </a:endParaRPr>
          </a:p>
        </p:txBody>
      </p:sp>
      <p:sp>
        <p:nvSpPr>
          <p:cNvPr id="22" name="Shape 77"/>
          <p:cNvSpPr/>
          <p:nvPr userDrawn="1"/>
        </p:nvSpPr>
        <p:spPr>
          <a:xfrm flipH="1" flipV="1">
            <a:off x="6527761" y="1707436"/>
            <a:ext cx="2616237" cy="0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defTabSz="457200"/>
            <a:endParaRPr sz="1200">
              <a:latin typeface="Helvetica"/>
              <a:ea typeface="Helvetica"/>
              <a:cs typeface="Helvetica"/>
            </a:endParaRPr>
          </a:p>
        </p:txBody>
      </p:sp>
      <p:sp>
        <p:nvSpPr>
          <p:cNvPr id="24" name="3 Título"/>
          <p:cNvSpPr>
            <a:spLocks noGrp="1"/>
          </p:cNvSpPr>
          <p:nvPr>
            <p:ph type="title" hasCustomPrompt="1"/>
          </p:nvPr>
        </p:nvSpPr>
        <p:spPr>
          <a:xfrm>
            <a:off x="605141" y="2204864"/>
            <a:ext cx="1368152" cy="562074"/>
          </a:xfrm>
        </p:spPr>
        <p:txBody>
          <a:bodyPr anchor="t" anchorCtr="0">
            <a:normAutofit/>
          </a:bodyPr>
          <a:lstStyle>
            <a:lvl1pPr algn="l">
              <a:defRPr sz="2200"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s-ES" dirty="0"/>
              <a:t>INDICE</a:t>
            </a:r>
          </a:p>
        </p:txBody>
      </p:sp>
      <p:sp>
        <p:nvSpPr>
          <p:cNvPr id="34" name="21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2987824" y="2780928"/>
            <a:ext cx="5616624" cy="2376264"/>
          </a:xfrm>
        </p:spPr>
        <p:txBody>
          <a:bodyPr/>
          <a:lstStyle>
            <a:lvl1pPr marL="271463" indent="-271463">
              <a:buClr>
                <a:srgbClr val="960F68"/>
              </a:buClr>
              <a:buFont typeface="+mj-lt"/>
              <a:buAutoNum type="arabicPeriod"/>
              <a:defRPr sz="1800" b="1" baseline="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1pPr>
            <a:lvl2pPr marL="625475" indent="-168275">
              <a:buClr>
                <a:srgbClr val="960F68"/>
              </a:buClr>
              <a:buFont typeface="+mj-lt"/>
              <a:buAutoNum type="romanLcPeriod"/>
              <a:defRPr sz="1400" baseline="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2pPr>
            <a:lvl3pPr marL="1077913" indent="-163513">
              <a:buClr>
                <a:srgbClr val="969696"/>
              </a:buClr>
              <a:defRPr sz="1200" baseline="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3pPr>
            <a:lvl4pPr marL="1371600" indent="0">
              <a:buNone/>
              <a:defRPr>
                <a:latin typeface="Arial" pitchFamily="34" charset="0"/>
                <a:cs typeface="Arial" pitchFamily="34" charset="0"/>
              </a:defRPr>
            </a:lvl4pPr>
            <a:lvl5pPr marL="1828800" indent="0">
              <a:buNone/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  <a:p>
            <a:pPr lvl="1"/>
            <a:r>
              <a:rPr lang="es-ES" dirty="0" err="1"/>
              <a:t>arial</a:t>
            </a:r>
            <a:r>
              <a:rPr lang="es-ES" dirty="0"/>
              <a:t> 14, gris oscuro</a:t>
            </a:r>
          </a:p>
          <a:p>
            <a:pPr lvl="1"/>
            <a:r>
              <a:rPr lang="es-ES" dirty="0" err="1"/>
              <a:t>arial</a:t>
            </a:r>
            <a:r>
              <a:rPr lang="es-ES" dirty="0"/>
              <a:t> 14, gris oscuro</a:t>
            </a:r>
          </a:p>
          <a:p>
            <a:pPr lvl="2"/>
            <a:r>
              <a:rPr lang="es-ES" dirty="0" err="1"/>
              <a:t>arial</a:t>
            </a:r>
            <a:r>
              <a:rPr lang="es-ES" dirty="0"/>
              <a:t> 12, gris oscuro</a:t>
            </a:r>
          </a:p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</p:txBody>
      </p:sp>
    </p:spTree>
    <p:extLst>
      <p:ext uri="{BB962C8B-B14F-4D97-AF65-F5344CB8AC3E}">
        <p14:creationId xmlns:p14="http://schemas.microsoft.com/office/powerpoint/2010/main" val="36618662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937" r="-1" b="594"/>
          <a:stretch/>
        </p:blipFill>
        <p:spPr>
          <a:xfrm>
            <a:off x="0" y="1286608"/>
            <a:ext cx="2550198" cy="5571392"/>
          </a:xfrm>
          <a:prstGeom prst="rect">
            <a:avLst/>
          </a:prstGeom>
        </p:spPr>
      </p:pic>
      <p:sp>
        <p:nvSpPr>
          <p:cNvPr id="27" name="Shape 69"/>
          <p:cNvSpPr/>
          <p:nvPr userDrawn="1"/>
        </p:nvSpPr>
        <p:spPr>
          <a:xfrm>
            <a:off x="366331" y="1941916"/>
            <a:ext cx="1845772" cy="163574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0F68">
                  <a:alpha val="92000"/>
                </a:srgbClr>
              </a:gs>
              <a:gs pos="100000">
                <a:srgbClr val="969696">
                  <a:alpha val="9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28" name="Shape 71"/>
          <p:cNvSpPr/>
          <p:nvPr userDrawn="1"/>
        </p:nvSpPr>
        <p:spPr>
          <a:xfrm>
            <a:off x="0" y="1067493"/>
            <a:ext cx="491370" cy="950642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29" name="Shape 72"/>
          <p:cNvSpPr/>
          <p:nvPr userDrawn="1"/>
        </p:nvSpPr>
        <p:spPr>
          <a:xfrm>
            <a:off x="0" y="3084956"/>
            <a:ext cx="955097" cy="881531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grpSp>
        <p:nvGrpSpPr>
          <p:cNvPr id="30" name="29 Grupo"/>
          <p:cNvGrpSpPr/>
          <p:nvPr userDrawn="1"/>
        </p:nvGrpSpPr>
        <p:grpSpPr>
          <a:xfrm>
            <a:off x="5501969" y="0"/>
            <a:ext cx="1230271" cy="885997"/>
            <a:chOff x="7493207" y="660643"/>
            <a:chExt cx="829344" cy="597264"/>
          </a:xfrm>
        </p:grpSpPr>
        <p:sp>
          <p:nvSpPr>
            <p:cNvPr id="31" name="Shape 73"/>
            <p:cNvSpPr/>
            <p:nvPr/>
          </p:nvSpPr>
          <p:spPr>
            <a:xfrm>
              <a:off x="7493207" y="660643"/>
              <a:ext cx="690728" cy="313366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969696">
                    <a:alpha val="52000"/>
                  </a:srgbClr>
                </a:gs>
                <a:gs pos="100000">
                  <a:srgbClr val="960F68">
                    <a:alpha val="52000"/>
                  </a:srgbClr>
                </a:gs>
              </a:gsLst>
              <a:lin ang="10736376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/>
            </a:p>
          </p:txBody>
        </p:sp>
        <p:sp>
          <p:nvSpPr>
            <p:cNvPr id="32" name="Shape 74"/>
            <p:cNvSpPr/>
            <p:nvPr/>
          </p:nvSpPr>
          <p:spPr>
            <a:xfrm>
              <a:off x="7935694" y="877080"/>
              <a:ext cx="386857" cy="380827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969696">
                    <a:alpha val="52000"/>
                  </a:srgbClr>
                </a:gs>
                <a:gs pos="100000">
                  <a:srgbClr val="960F68">
                    <a:alpha val="52000"/>
                  </a:srgbClr>
                </a:gs>
              </a:gsLst>
              <a:lin ang="10736376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/>
            </a:p>
          </p:txBody>
        </p:sp>
      </p:grpSp>
      <p:sp>
        <p:nvSpPr>
          <p:cNvPr id="33" name="Shape 78"/>
          <p:cNvSpPr/>
          <p:nvPr userDrawn="1"/>
        </p:nvSpPr>
        <p:spPr>
          <a:xfrm>
            <a:off x="-17933" y="3966487"/>
            <a:ext cx="481387" cy="66099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8" name="19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E60061AB-E3E3-4B82-98B1-945D99ABF5FB}" type="slidenum">
              <a:rPr lang="es-ES" smtClean="0"/>
              <a:t>‹nº›</a:t>
            </a:fld>
            <a:endParaRPr lang="es-ES"/>
          </a:p>
        </p:txBody>
      </p:sp>
      <p:sp>
        <p:nvSpPr>
          <p:cNvPr id="11" name="Shape 68"/>
          <p:cNvSpPr/>
          <p:nvPr userDrawn="1"/>
        </p:nvSpPr>
        <p:spPr>
          <a:xfrm flipV="1">
            <a:off x="2550199" y="1285797"/>
            <a:ext cx="0" cy="5509782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defTabSz="457200"/>
            <a:endParaRPr sz="1200">
              <a:latin typeface="Helvetica"/>
              <a:ea typeface="Helvetica"/>
              <a:cs typeface="Helvetica"/>
            </a:endParaRPr>
          </a:p>
        </p:txBody>
      </p:sp>
      <p:sp>
        <p:nvSpPr>
          <p:cNvPr id="20" name="Shape 75"/>
          <p:cNvSpPr/>
          <p:nvPr userDrawn="1"/>
        </p:nvSpPr>
        <p:spPr>
          <a:xfrm flipV="1">
            <a:off x="-68578" y="1285797"/>
            <a:ext cx="6595192" cy="0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21" name="Shape 76"/>
          <p:cNvSpPr/>
          <p:nvPr userDrawn="1"/>
        </p:nvSpPr>
        <p:spPr>
          <a:xfrm flipV="1">
            <a:off x="6527762" y="0"/>
            <a:ext cx="0" cy="1707436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defTabSz="457200"/>
            <a:endParaRPr sz="1200">
              <a:latin typeface="Helvetica"/>
              <a:ea typeface="Helvetica"/>
              <a:cs typeface="Helvetica"/>
            </a:endParaRPr>
          </a:p>
        </p:txBody>
      </p:sp>
      <p:sp>
        <p:nvSpPr>
          <p:cNvPr id="22" name="Shape 77"/>
          <p:cNvSpPr/>
          <p:nvPr userDrawn="1"/>
        </p:nvSpPr>
        <p:spPr>
          <a:xfrm flipH="1" flipV="1">
            <a:off x="6527761" y="1707436"/>
            <a:ext cx="2616237" cy="0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defTabSz="457200"/>
            <a:endParaRPr sz="1200">
              <a:latin typeface="Helvetica"/>
              <a:ea typeface="Helvetica"/>
              <a:cs typeface="Helvetica"/>
            </a:endParaRPr>
          </a:p>
        </p:txBody>
      </p:sp>
      <p:sp>
        <p:nvSpPr>
          <p:cNvPr id="24" name="3 Título"/>
          <p:cNvSpPr>
            <a:spLocks noGrp="1"/>
          </p:cNvSpPr>
          <p:nvPr>
            <p:ph type="title" hasCustomPrompt="1"/>
          </p:nvPr>
        </p:nvSpPr>
        <p:spPr>
          <a:xfrm>
            <a:off x="605141" y="2204864"/>
            <a:ext cx="1368152" cy="562074"/>
          </a:xfrm>
        </p:spPr>
        <p:txBody>
          <a:bodyPr anchor="t" anchorCtr="0">
            <a:normAutofit/>
          </a:bodyPr>
          <a:lstStyle>
            <a:lvl1pPr algn="l">
              <a:defRPr sz="2200"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s-ES" dirty="0"/>
              <a:t>INDICE</a:t>
            </a:r>
          </a:p>
        </p:txBody>
      </p:sp>
      <p:sp>
        <p:nvSpPr>
          <p:cNvPr id="34" name="21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2987824" y="2780928"/>
            <a:ext cx="5616624" cy="2376264"/>
          </a:xfrm>
        </p:spPr>
        <p:txBody>
          <a:bodyPr/>
          <a:lstStyle>
            <a:lvl1pPr marL="271463" indent="-271463">
              <a:buClr>
                <a:srgbClr val="960F68"/>
              </a:buClr>
              <a:buFont typeface="+mj-lt"/>
              <a:buAutoNum type="arabicPeriod"/>
              <a:defRPr sz="1800" b="1" baseline="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1pPr>
            <a:lvl2pPr marL="625475" indent="-168275">
              <a:buClr>
                <a:srgbClr val="960F68"/>
              </a:buClr>
              <a:buFont typeface="+mj-lt"/>
              <a:buAutoNum type="romanLcPeriod"/>
              <a:defRPr sz="1400" baseline="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2pPr>
            <a:lvl3pPr marL="1077913" indent="-163513">
              <a:buClr>
                <a:srgbClr val="969696"/>
              </a:buClr>
              <a:defRPr sz="1200" baseline="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3pPr>
            <a:lvl4pPr marL="1371600" indent="0">
              <a:buNone/>
              <a:defRPr>
                <a:latin typeface="Arial" pitchFamily="34" charset="0"/>
                <a:cs typeface="Arial" pitchFamily="34" charset="0"/>
              </a:defRPr>
            </a:lvl4pPr>
            <a:lvl5pPr marL="1828800" indent="0">
              <a:buNone/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  <a:p>
            <a:pPr lvl="1"/>
            <a:r>
              <a:rPr lang="es-ES" dirty="0" err="1"/>
              <a:t>arial</a:t>
            </a:r>
            <a:r>
              <a:rPr lang="es-ES" dirty="0"/>
              <a:t> 14, gris oscuro</a:t>
            </a:r>
          </a:p>
          <a:p>
            <a:pPr lvl="1"/>
            <a:r>
              <a:rPr lang="es-ES" dirty="0" err="1"/>
              <a:t>arial</a:t>
            </a:r>
            <a:r>
              <a:rPr lang="es-ES" dirty="0"/>
              <a:t> 14, gris oscuro</a:t>
            </a:r>
          </a:p>
          <a:p>
            <a:pPr lvl="2"/>
            <a:r>
              <a:rPr lang="es-ES" dirty="0" err="1"/>
              <a:t>arial</a:t>
            </a:r>
            <a:r>
              <a:rPr lang="es-ES" dirty="0"/>
              <a:t> 12, gris oscuro</a:t>
            </a:r>
          </a:p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</p:txBody>
      </p:sp>
    </p:spTree>
    <p:extLst>
      <p:ext uri="{BB962C8B-B14F-4D97-AF65-F5344CB8AC3E}">
        <p14:creationId xmlns:p14="http://schemas.microsoft.com/office/powerpoint/2010/main" val="38958225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415"/>
          <p:cNvSpPr/>
          <p:nvPr userDrawn="1"/>
        </p:nvSpPr>
        <p:spPr>
          <a:xfrm>
            <a:off x="-1" y="1"/>
            <a:ext cx="7169921" cy="1052736"/>
          </a:xfrm>
          <a:prstGeom prst="roundRect">
            <a:avLst>
              <a:gd name="adj" fmla="val 739"/>
            </a:avLst>
          </a:prstGeom>
          <a:gradFill>
            <a:gsLst>
              <a:gs pos="0">
                <a:srgbClr val="969696">
                  <a:alpha val="92000"/>
                </a:srgbClr>
              </a:gs>
              <a:gs pos="100000">
                <a:srgbClr val="960F68">
                  <a:alpha val="92000"/>
                </a:srgbClr>
              </a:gs>
            </a:gsLst>
            <a:lin ang="10801612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3" name="2 Marcador de texto"/>
          <p:cNvSpPr>
            <a:spLocks noGrp="1"/>
          </p:cNvSpPr>
          <p:nvPr>
            <p:ph type="body" idx="1" hasCustomPrompt="1"/>
          </p:nvPr>
        </p:nvSpPr>
        <p:spPr>
          <a:xfrm>
            <a:off x="395536" y="2277343"/>
            <a:ext cx="8280000" cy="432048"/>
          </a:xfrm>
        </p:spPr>
        <p:txBody>
          <a:bodyPr anchor="t">
            <a:normAutofit/>
          </a:bodyPr>
          <a:lstStyle>
            <a:lvl1pPr marL="0" indent="0">
              <a:buNone/>
              <a:defRPr sz="1600" baseline="0">
                <a:solidFill>
                  <a:srgbClr val="960F68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Subtítulo (</a:t>
            </a:r>
            <a:r>
              <a:rPr lang="es-ES" dirty="0" err="1"/>
              <a:t>arial</a:t>
            </a:r>
            <a:r>
              <a:rPr lang="es-ES" dirty="0"/>
              <a:t> 16, minúscula)</a:t>
            </a:r>
          </a:p>
        </p:txBody>
      </p:sp>
      <p:sp>
        <p:nvSpPr>
          <p:cNvPr id="14" name="13 Marcador de contenido"/>
          <p:cNvSpPr>
            <a:spLocks noGrp="1"/>
          </p:cNvSpPr>
          <p:nvPr>
            <p:ph sz="quarter" idx="11" hasCustomPrompt="1"/>
          </p:nvPr>
        </p:nvSpPr>
        <p:spPr>
          <a:xfrm>
            <a:off x="395536" y="2925415"/>
            <a:ext cx="8280920" cy="295185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20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20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20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20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s-ES" dirty="0"/>
              <a:t>(</a:t>
            </a:r>
            <a:r>
              <a:rPr lang="es-ES" dirty="0" err="1"/>
              <a:t>arial</a:t>
            </a:r>
            <a:r>
              <a:rPr lang="es-ES" dirty="0"/>
              <a:t> 14, gris oscuro)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s-ES" dirty="0" err="1"/>
              <a:t>Xxxxxxxxx</a:t>
            </a:r>
            <a:r>
              <a:rPr lang="es-ES" dirty="0"/>
              <a:t> </a:t>
            </a:r>
            <a:r>
              <a:rPr lang="es-ES" dirty="0" err="1"/>
              <a:t>xxxxxxxx</a:t>
            </a:r>
            <a:r>
              <a:rPr lang="es-ES" dirty="0"/>
              <a:t> </a:t>
            </a:r>
            <a:r>
              <a:rPr lang="es-ES" dirty="0" err="1"/>
              <a:t>xxxxxxx</a:t>
            </a:r>
            <a:r>
              <a:rPr lang="es-ES" dirty="0"/>
              <a:t>.</a:t>
            </a:r>
          </a:p>
        </p:txBody>
      </p:sp>
      <p:sp>
        <p:nvSpPr>
          <p:cNvPr id="2" name="1 Título"/>
          <p:cNvSpPr>
            <a:spLocks noGrp="1"/>
          </p:cNvSpPr>
          <p:nvPr>
            <p:ph type="title" hasCustomPrompt="1"/>
          </p:nvPr>
        </p:nvSpPr>
        <p:spPr>
          <a:xfrm>
            <a:off x="305780" y="310391"/>
            <a:ext cx="6642483" cy="432000"/>
          </a:xfrm>
        </p:spPr>
        <p:txBody>
          <a:bodyPr anchor="t">
            <a:normAutofit/>
          </a:bodyPr>
          <a:lstStyle>
            <a:lvl1pPr algn="l">
              <a:defRPr sz="1800" b="1" cap="none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s-ES" dirty="0"/>
              <a:t>Título (</a:t>
            </a:r>
            <a:r>
              <a:rPr lang="es-ES" dirty="0" err="1"/>
              <a:t>arial</a:t>
            </a:r>
            <a:r>
              <a:rPr lang="es-ES" dirty="0"/>
              <a:t> 18, minúscula, negrita, blanco)</a:t>
            </a:r>
          </a:p>
        </p:txBody>
      </p:sp>
    </p:spTree>
    <p:extLst>
      <p:ext uri="{BB962C8B-B14F-4D97-AF65-F5344CB8AC3E}">
        <p14:creationId xmlns:p14="http://schemas.microsoft.com/office/powerpoint/2010/main" val="9072499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AEEE9-AD6A-4121-B8FF-B12D6A452F01}" type="slidenum">
              <a:rPr lang="es-ES" smtClean="0"/>
              <a:t>‹nº›</a:t>
            </a:fld>
            <a:endParaRPr lang="es-ES"/>
          </a:p>
        </p:txBody>
      </p:sp>
      <p:sp>
        <p:nvSpPr>
          <p:cNvPr id="12" name="11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83568" y="1988840"/>
            <a:ext cx="5832475" cy="504205"/>
          </a:xfrm>
        </p:spPr>
        <p:txBody>
          <a:bodyPr>
            <a:normAutofit/>
          </a:bodyPr>
          <a:lstStyle>
            <a:lvl1pPr marL="0" indent="0">
              <a:buNone/>
              <a:defRPr sz="1800" b="1" baseline="0">
                <a:solidFill>
                  <a:srgbClr val="960F68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s-ES" dirty="0"/>
              <a:t>Título (</a:t>
            </a:r>
            <a:r>
              <a:rPr lang="es-ES" dirty="0" err="1"/>
              <a:t>arial</a:t>
            </a:r>
            <a:r>
              <a:rPr lang="es-ES" dirty="0"/>
              <a:t> 18 </a:t>
            </a:r>
            <a:r>
              <a:rPr lang="es-ES" dirty="0" err="1"/>
              <a:t>bold</a:t>
            </a:r>
            <a:r>
              <a:rPr lang="es-ES" dirty="0"/>
              <a:t>)</a:t>
            </a:r>
          </a:p>
        </p:txBody>
      </p:sp>
      <p:sp>
        <p:nvSpPr>
          <p:cNvPr id="14" name="13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84213" y="2492375"/>
            <a:ext cx="5832475" cy="504577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="0" baseline="0">
                <a:solidFill>
                  <a:srgbClr val="969696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s-ES" dirty="0"/>
              <a:t>Subtítulo (</a:t>
            </a:r>
            <a:r>
              <a:rPr lang="es-ES" dirty="0" err="1"/>
              <a:t>arial</a:t>
            </a:r>
            <a:r>
              <a:rPr lang="es-ES" dirty="0"/>
              <a:t> 16, gris)</a:t>
            </a:r>
          </a:p>
        </p:txBody>
      </p:sp>
      <p:sp>
        <p:nvSpPr>
          <p:cNvPr id="16" name="15 Marcador de contenido"/>
          <p:cNvSpPr>
            <a:spLocks noGrp="1"/>
          </p:cNvSpPr>
          <p:nvPr>
            <p:ph sz="quarter" idx="15" hasCustomPrompt="1"/>
          </p:nvPr>
        </p:nvSpPr>
        <p:spPr>
          <a:xfrm>
            <a:off x="683568" y="2997200"/>
            <a:ext cx="5832648" cy="2879725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s-ES" dirty="0"/>
              <a:t>(</a:t>
            </a:r>
            <a:r>
              <a:rPr lang="es-ES" dirty="0" err="1"/>
              <a:t>arial</a:t>
            </a:r>
            <a:r>
              <a:rPr lang="es-ES" dirty="0"/>
              <a:t> 14, gris oscuro)</a:t>
            </a:r>
          </a:p>
          <a:p>
            <a:pPr lvl="0"/>
            <a:r>
              <a:rPr lang="es-ES" dirty="0" err="1"/>
              <a:t>Xxxxxxx</a:t>
            </a:r>
            <a:r>
              <a:rPr lang="es-ES" dirty="0"/>
              <a:t> </a:t>
            </a:r>
            <a:r>
              <a:rPr lang="es-ES" dirty="0" err="1"/>
              <a:t>xxxxxx</a:t>
            </a:r>
            <a:r>
              <a:rPr lang="es-ES" dirty="0"/>
              <a:t> </a:t>
            </a:r>
            <a:r>
              <a:rPr lang="es-ES" dirty="0" err="1"/>
              <a:t>xxxxx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127698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big-111256_1920.jpg"/>
          <p:cNvPicPr/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7744271" y="-18949"/>
            <a:ext cx="1436241" cy="6872668"/>
          </a:xfrm>
          <a:prstGeom prst="rect">
            <a:avLst/>
          </a:prstGeom>
          <a:ln w="12700">
            <a:miter lim="400000"/>
          </a:ln>
        </p:spPr>
      </p:pic>
      <p:pic>
        <p:nvPicPr>
          <p:cNvPr id="24" name="1024px-Obelisco_en_Buenos_Aires.jpg"/>
          <p:cNvPicPr/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"/>
          <a:stretch/>
        </p:blipFill>
        <p:spPr>
          <a:xfrm flipH="1">
            <a:off x="6188981" y="-14757"/>
            <a:ext cx="1447290" cy="6872757"/>
          </a:xfrm>
          <a:prstGeom prst="rect">
            <a:avLst/>
          </a:prstGeom>
          <a:ln w="12700">
            <a:miter lim="400000"/>
          </a:ln>
        </p:spPr>
      </p:pic>
      <p:pic>
        <p:nvPicPr>
          <p:cNvPr id="26" name="Monte-Fuji-Japon.jpg"/>
          <p:cNvPicPr/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4639224" y="-14758"/>
            <a:ext cx="1436241" cy="6872757"/>
          </a:xfrm>
          <a:prstGeom prst="rect">
            <a:avLst/>
          </a:prstGeom>
          <a:ln w="12700">
            <a:miter lim="400000"/>
          </a:ln>
        </p:spPr>
      </p:pic>
      <p:pic>
        <p:nvPicPr>
          <p:cNvPr id="27" name="mundial-brasil.jpg"/>
          <p:cNvPicPr/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62"/>
          <a:stretch/>
        </p:blipFill>
        <p:spPr>
          <a:xfrm flipH="1">
            <a:off x="1553859" y="-14668"/>
            <a:ext cx="1436241" cy="6872668"/>
          </a:xfrm>
          <a:prstGeom prst="rect">
            <a:avLst/>
          </a:prstGeom>
          <a:ln w="12700">
            <a:miter lim="400000"/>
          </a:ln>
        </p:spPr>
      </p:pic>
      <p:pic>
        <p:nvPicPr>
          <p:cNvPr id="28" name="best-buildings-madrid-5.jpg"/>
          <p:cNvPicPr/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3094983" y="-14668"/>
            <a:ext cx="1436241" cy="6872668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Empire-State-11.jpg"/>
          <p:cNvPicPr/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0"/>
          <a:stretch/>
        </p:blipFill>
        <p:spPr>
          <a:xfrm flipH="1">
            <a:off x="-21214" y="-14669"/>
            <a:ext cx="1436241" cy="6868387"/>
          </a:xfrm>
          <a:prstGeom prst="rect">
            <a:avLst/>
          </a:prstGeom>
          <a:ln w="12700">
            <a:miter lim="400000"/>
          </a:ln>
        </p:spPr>
      </p:pic>
      <p:sp>
        <p:nvSpPr>
          <p:cNvPr id="25" name="Shape 11"/>
          <p:cNvSpPr/>
          <p:nvPr/>
        </p:nvSpPr>
        <p:spPr>
          <a:xfrm>
            <a:off x="6533765" y="-288478"/>
            <a:ext cx="2769551" cy="27695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FFFF">
              <a:alpha val="92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19" name="Shape 45"/>
          <p:cNvSpPr/>
          <p:nvPr userDrawn="1"/>
        </p:nvSpPr>
        <p:spPr>
          <a:xfrm>
            <a:off x="8759909" y="1773289"/>
            <a:ext cx="420604" cy="350998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20" name="Shape 46"/>
          <p:cNvSpPr/>
          <p:nvPr userDrawn="1"/>
        </p:nvSpPr>
        <p:spPr>
          <a:xfrm>
            <a:off x="8581630" y="1624716"/>
            <a:ext cx="356557" cy="350998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22" name="Shape 19"/>
          <p:cNvSpPr/>
          <p:nvPr userDrawn="1"/>
        </p:nvSpPr>
        <p:spPr>
          <a:xfrm>
            <a:off x="-10509" y="992541"/>
            <a:ext cx="622069" cy="87867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37" name="Shape 20"/>
          <p:cNvSpPr/>
          <p:nvPr userDrawn="1"/>
        </p:nvSpPr>
        <p:spPr>
          <a:xfrm>
            <a:off x="274523" y="787262"/>
            <a:ext cx="991497" cy="87867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38" name="Shape 21"/>
          <p:cNvSpPr/>
          <p:nvPr userDrawn="1"/>
        </p:nvSpPr>
        <p:spPr>
          <a:xfrm>
            <a:off x="-25578" y="1263639"/>
            <a:ext cx="3120561" cy="4613633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41" name="Shape 16"/>
          <p:cNvSpPr/>
          <p:nvPr userDrawn="1"/>
        </p:nvSpPr>
        <p:spPr>
          <a:xfrm>
            <a:off x="-25578" y="3102404"/>
            <a:ext cx="7472623" cy="1910772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92000"/>
                </a:srgbClr>
              </a:gs>
              <a:gs pos="100000">
                <a:srgbClr val="960F68">
                  <a:alpha val="9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39" name="Shape 37"/>
          <p:cNvSpPr/>
          <p:nvPr userDrawn="1"/>
        </p:nvSpPr>
        <p:spPr>
          <a:xfrm>
            <a:off x="5131052" y="4713057"/>
            <a:ext cx="988682" cy="876183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40" name="Shape 38"/>
          <p:cNvSpPr/>
          <p:nvPr userDrawn="1"/>
        </p:nvSpPr>
        <p:spPr>
          <a:xfrm>
            <a:off x="4902443" y="4620717"/>
            <a:ext cx="457219" cy="47926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3" name="2 Subtítulo"/>
          <p:cNvSpPr>
            <a:spLocks noGrp="1"/>
          </p:cNvSpPr>
          <p:nvPr userDrawn="1">
            <p:ph type="subTitle" idx="1" hasCustomPrompt="1"/>
          </p:nvPr>
        </p:nvSpPr>
        <p:spPr>
          <a:xfrm>
            <a:off x="317946" y="3573016"/>
            <a:ext cx="6846341" cy="1152128"/>
          </a:xfrm>
        </p:spPr>
        <p:txBody>
          <a:bodyPr>
            <a:normAutofit/>
          </a:bodyPr>
          <a:lstStyle>
            <a:lvl1pPr marL="0" indent="0" algn="l">
              <a:buNone/>
              <a:defRPr sz="180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/>
              <a:t>subtítulo de la presentación de ejemplo (</a:t>
            </a:r>
            <a:r>
              <a:rPr lang="es-ES" dirty="0" err="1"/>
              <a:t>arial</a:t>
            </a:r>
            <a:r>
              <a:rPr lang="es-ES" dirty="0"/>
              <a:t> 18, minúsculas)</a:t>
            </a:r>
          </a:p>
        </p:txBody>
      </p:sp>
      <p:sp>
        <p:nvSpPr>
          <p:cNvPr id="2" name="1 Título"/>
          <p:cNvSpPr>
            <a:spLocks noGrp="1"/>
          </p:cNvSpPr>
          <p:nvPr userDrawn="1">
            <p:ph type="ctrTitle" hasCustomPrompt="1"/>
          </p:nvPr>
        </p:nvSpPr>
        <p:spPr>
          <a:xfrm>
            <a:off x="317946" y="3284984"/>
            <a:ext cx="6846341" cy="288032"/>
          </a:xfrm>
        </p:spPr>
        <p:txBody>
          <a:bodyPr>
            <a:noAutofit/>
          </a:bodyPr>
          <a:lstStyle>
            <a:lvl1pPr algn="l">
              <a:defRPr sz="2000"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s-ES" dirty="0"/>
              <a:t>Título de la presentación (</a:t>
            </a:r>
            <a:r>
              <a:rPr lang="es-ES" dirty="0" err="1"/>
              <a:t>arial</a:t>
            </a:r>
            <a:r>
              <a:rPr lang="es-ES" dirty="0"/>
              <a:t> 30, minúsculas,  </a:t>
            </a:r>
            <a:r>
              <a:rPr lang="es-ES" dirty="0" err="1"/>
              <a:t>bold</a:t>
            </a:r>
            <a:r>
              <a:rPr lang="es-E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04849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Empire-State-11.jpg"/>
          <p:cNvPicPr/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0"/>
          <a:stretch/>
        </p:blipFill>
        <p:spPr>
          <a:xfrm flipH="1">
            <a:off x="6188980" y="-18951"/>
            <a:ext cx="1436241" cy="6868387"/>
          </a:xfrm>
          <a:prstGeom prst="rect">
            <a:avLst/>
          </a:prstGeom>
          <a:ln w="12700">
            <a:miter lim="400000"/>
          </a:ln>
        </p:spPr>
      </p:pic>
      <p:pic>
        <p:nvPicPr>
          <p:cNvPr id="19" name="18 Imagen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59" r="35480" b="1002"/>
          <a:stretch/>
        </p:blipFill>
        <p:spPr>
          <a:xfrm>
            <a:off x="7696709" y="-18951"/>
            <a:ext cx="1447291" cy="6872669"/>
          </a:xfrm>
          <a:prstGeom prst="rect">
            <a:avLst/>
          </a:prstGeom>
        </p:spPr>
      </p:pic>
      <p:pic>
        <p:nvPicPr>
          <p:cNvPr id="20" name="big-111256_1920.jpg"/>
          <p:cNvPicPr/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3157" y="-18949"/>
            <a:ext cx="1436241" cy="6872668"/>
          </a:xfrm>
          <a:prstGeom prst="rect">
            <a:avLst/>
          </a:prstGeom>
          <a:ln w="12700">
            <a:miter lim="400000"/>
          </a:ln>
        </p:spPr>
      </p:pic>
      <p:pic>
        <p:nvPicPr>
          <p:cNvPr id="21" name="Monte-Fuji-Japon.jpg"/>
          <p:cNvPicPr/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4639224" y="-14758"/>
            <a:ext cx="1436241" cy="6872757"/>
          </a:xfrm>
          <a:prstGeom prst="rect">
            <a:avLst/>
          </a:prstGeom>
          <a:ln w="12700">
            <a:miter lim="400000"/>
          </a:ln>
        </p:spPr>
      </p:pic>
      <p:pic>
        <p:nvPicPr>
          <p:cNvPr id="22" name="mundial-brasil.jpg"/>
          <p:cNvPicPr/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62"/>
          <a:stretch/>
        </p:blipFill>
        <p:spPr>
          <a:xfrm flipH="1">
            <a:off x="1553859" y="-14668"/>
            <a:ext cx="1436241" cy="68726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best-buildings-madrid-5.jpg"/>
          <p:cNvPicPr/>
          <p:nvPr userDrawn="1"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3094983" y="-14668"/>
            <a:ext cx="1436241" cy="6872668"/>
          </a:xfrm>
          <a:prstGeom prst="rect">
            <a:avLst/>
          </a:prstGeom>
          <a:ln w="12700">
            <a:miter lim="400000"/>
          </a:ln>
        </p:spPr>
      </p:pic>
      <p:sp>
        <p:nvSpPr>
          <p:cNvPr id="25" name="Shape 11"/>
          <p:cNvSpPr/>
          <p:nvPr/>
        </p:nvSpPr>
        <p:spPr>
          <a:xfrm>
            <a:off x="6533765" y="-288478"/>
            <a:ext cx="2769551" cy="27695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FFFFF">
              <a:alpha val="92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26" name="Shape 45"/>
          <p:cNvSpPr/>
          <p:nvPr userDrawn="1"/>
        </p:nvSpPr>
        <p:spPr>
          <a:xfrm>
            <a:off x="8759909" y="1773289"/>
            <a:ext cx="420604" cy="350998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27" name="Shape 46"/>
          <p:cNvSpPr/>
          <p:nvPr userDrawn="1"/>
        </p:nvSpPr>
        <p:spPr>
          <a:xfrm>
            <a:off x="8581630" y="1624716"/>
            <a:ext cx="356557" cy="350998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28" name="Shape 16"/>
          <p:cNvSpPr/>
          <p:nvPr userDrawn="1"/>
        </p:nvSpPr>
        <p:spPr>
          <a:xfrm>
            <a:off x="-25578" y="3102404"/>
            <a:ext cx="7472623" cy="1910772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92000"/>
                </a:srgbClr>
              </a:gs>
              <a:gs pos="100000">
                <a:srgbClr val="960F68">
                  <a:alpha val="9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29" name="Shape 19"/>
          <p:cNvSpPr/>
          <p:nvPr userDrawn="1"/>
        </p:nvSpPr>
        <p:spPr>
          <a:xfrm>
            <a:off x="-10509" y="992541"/>
            <a:ext cx="622069" cy="87867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38" name="Shape 20"/>
          <p:cNvSpPr/>
          <p:nvPr userDrawn="1"/>
        </p:nvSpPr>
        <p:spPr>
          <a:xfrm>
            <a:off x="274523" y="787262"/>
            <a:ext cx="991497" cy="87867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39" name="Shape 21"/>
          <p:cNvSpPr/>
          <p:nvPr userDrawn="1"/>
        </p:nvSpPr>
        <p:spPr>
          <a:xfrm>
            <a:off x="-25578" y="1263639"/>
            <a:ext cx="3120561" cy="4613633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3" name="2 Subtítulo"/>
          <p:cNvSpPr>
            <a:spLocks noGrp="1"/>
          </p:cNvSpPr>
          <p:nvPr userDrawn="1">
            <p:ph type="subTitle" idx="1" hasCustomPrompt="1"/>
          </p:nvPr>
        </p:nvSpPr>
        <p:spPr>
          <a:xfrm>
            <a:off x="317946" y="3573016"/>
            <a:ext cx="6846341" cy="1152128"/>
          </a:xfrm>
        </p:spPr>
        <p:txBody>
          <a:bodyPr>
            <a:normAutofit/>
          </a:bodyPr>
          <a:lstStyle>
            <a:lvl1pPr marL="0" indent="0" algn="l">
              <a:buNone/>
              <a:defRPr sz="180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/>
              <a:t>subtítulo de la presentación de ejemplo (</a:t>
            </a:r>
            <a:r>
              <a:rPr lang="es-ES" dirty="0" err="1"/>
              <a:t>arial</a:t>
            </a:r>
            <a:r>
              <a:rPr lang="es-ES" dirty="0"/>
              <a:t> 18, minúsculas)</a:t>
            </a:r>
          </a:p>
        </p:txBody>
      </p:sp>
      <p:sp>
        <p:nvSpPr>
          <p:cNvPr id="2" name="1 Título"/>
          <p:cNvSpPr>
            <a:spLocks noGrp="1"/>
          </p:cNvSpPr>
          <p:nvPr userDrawn="1">
            <p:ph type="ctrTitle" hasCustomPrompt="1"/>
          </p:nvPr>
        </p:nvSpPr>
        <p:spPr>
          <a:xfrm>
            <a:off x="317946" y="3284984"/>
            <a:ext cx="6846341" cy="288032"/>
          </a:xfrm>
        </p:spPr>
        <p:txBody>
          <a:bodyPr>
            <a:noAutofit/>
          </a:bodyPr>
          <a:lstStyle>
            <a:lvl1pPr algn="l">
              <a:defRPr sz="2000"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s-ES" dirty="0"/>
              <a:t>Título de la presentación (</a:t>
            </a:r>
            <a:r>
              <a:rPr lang="es-ES" dirty="0" err="1"/>
              <a:t>arial</a:t>
            </a:r>
            <a:r>
              <a:rPr lang="es-ES" dirty="0"/>
              <a:t> 30, minúsculas,  </a:t>
            </a:r>
            <a:r>
              <a:rPr lang="es-ES" dirty="0" err="1"/>
              <a:t>bold</a:t>
            </a:r>
            <a:r>
              <a:rPr lang="es-E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31150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loading_home3-filtered.jpeg"/>
          <p:cNvPicPr/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1296001"/>
            <a:ext cx="2538000" cy="5562000"/>
          </a:xfrm>
          <a:prstGeom prst="rect">
            <a:avLst/>
          </a:prstGeom>
          <a:ln w="12700">
            <a:miter lim="400000"/>
          </a:ln>
        </p:spPr>
      </p:pic>
      <p:sp>
        <p:nvSpPr>
          <p:cNvPr id="32" name="Shape 69"/>
          <p:cNvSpPr/>
          <p:nvPr userDrawn="1"/>
        </p:nvSpPr>
        <p:spPr>
          <a:xfrm>
            <a:off x="366331" y="1941916"/>
            <a:ext cx="1845772" cy="163574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0F68">
                  <a:alpha val="92000"/>
                </a:srgbClr>
              </a:gs>
              <a:gs pos="100000">
                <a:srgbClr val="969696">
                  <a:alpha val="9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33" name="Shape 71"/>
          <p:cNvSpPr/>
          <p:nvPr userDrawn="1"/>
        </p:nvSpPr>
        <p:spPr>
          <a:xfrm>
            <a:off x="0" y="1067493"/>
            <a:ext cx="491370" cy="950642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34" name="Shape 72"/>
          <p:cNvSpPr/>
          <p:nvPr userDrawn="1"/>
        </p:nvSpPr>
        <p:spPr>
          <a:xfrm>
            <a:off x="0" y="3084956"/>
            <a:ext cx="955097" cy="881531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grpSp>
        <p:nvGrpSpPr>
          <p:cNvPr id="35" name="34 Grupo"/>
          <p:cNvGrpSpPr/>
          <p:nvPr userDrawn="1"/>
        </p:nvGrpSpPr>
        <p:grpSpPr>
          <a:xfrm>
            <a:off x="5501969" y="0"/>
            <a:ext cx="1230271" cy="885997"/>
            <a:chOff x="7493207" y="660643"/>
            <a:chExt cx="829344" cy="597264"/>
          </a:xfrm>
        </p:grpSpPr>
        <p:sp>
          <p:nvSpPr>
            <p:cNvPr id="36" name="Shape 73"/>
            <p:cNvSpPr/>
            <p:nvPr/>
          </p:nvSpPr>
          <p:spPr>
            <a:xfrm>
              <a:off x="7493207" y="660643"/>
              <a:ext cx="690728" cy="313366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969696">
                    <a:alpha val="52000"/>
                  </a:srgbClr>
                </a:gs>
                <a:gs pos="100000">
                  <a:srgbClr val="960F68">
                    <a:alpha val="52000"/>
                  </a:srgbClr>
                </a:gs>
              </a:gsLst>
              <a:lin ang="10736376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/>
            </a:p>
          </p:txBody>
        </p:sp>
        <p:sp>
          <p:nvSpPr>
            <p:cNvPr id="37" name="Shape 74"/>
            <p:cNvSpPr/>
            <p:nvPr/>
          </p:nvSpPr>
          <p:spPr>
            <a:xfrm>
              <a:off x="7935694" y="877080"/>
              <a:ext cx="386857" cy="380827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969696">
                    <a:alpha val="52000"/>
                  </a:srgbClr>
                </a:gs>
                <a:gs pos="100000">
                  <a:srgbClr val="960F68">
                    <a:alpha val="52000"/>
                  </a:srgbClr>
                </a:gs>
              </a:gsLst>
              <a:lin ang="10736376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/>
            </a:p>
          </p:txBody>
        </p:sp>
      </p:grpSp>
      <p:sp>
        <p:nvSpPr>
          <p:cNvPr id="38" name="Shape 78"/>
          <p:cNvSpPr/>
          <p:nvPr userDrawn="1"/>
        </p:nvSpPr>
        <p:spPr>
          <a:xfrm>
            <a:off x="0" y="3637275"/>
            <a:ext cx="481387" cy="66099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20" name="19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061AB-E3E3-4B82-98B1-945D99ABF5FB}" type="slidenum">
              <a:rPr lang="es-ES" smtClean="0"/>
              <a:t>‹nº›</a:t>
            </a:fld>
            <a:endParaRPr lang="es-ES"/>
          </a:p>
        </p:txBody>
      </p:sp>
      <p:sp>
        <p:nvSpPr>
          <p:cNvPr id="19" name="Shape 68"/>
          <p:cNvSpPr/>
          <p:nvPr/>
        </p:nvSpPr>
        <p:spPr>
          <a:xfrm flipV="1">
            <a:off x="2550199" y="1285797"/>
            <a:ext cx="0" cy="5509782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defTabSz="457200"/>
            <a:endParaRPr sz="1200">
              <a:latin typeface="Helvetica"/>
              <a:ea typeface="Helvetica"/>
              <a:cs typeface="Helvetica"/>
            </a:endParaRPr>
          </a:p>
        </p:txBody>
      </p:sp>
      <p:sp>
        <p:nvSpPr>
          <p:cNvPr id="27" name="Shape 75"/>
          <p:cNvSpPr/>
          <p:nvPr userDrawn="1"/>
        </p:nvSpPr>
        <p:spPr>
          <a:xfrm flipV="1">
            <a:off x="-68578" y="1285797"/>
            <a:ext cx="6595192" cy="0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28" name="Shape 76"/>
          <p:cNvSpPr/>
          <p:nvPr/>
        </p:nvSpPr>
        <p:spPr>
          <a:xfrm flipV="1">
            <a:off x="6527762" y="0"/>
            <a:ext cx="0" cy="1707436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defTabSz="457200"/>
            <a:endParaRPr sz="1200">
              <a:latin typeface="Helvetica"/>
              <a:ea typeface="Helvetica"/>
              <a:cs typeface="Helvetica"/>
            </a:endParaRPr>
          </a:p>
        </p:txBody>
      </p:sp>
      <p:sp>
        <p:nvSpPr>
          <p:cNvPr id="29" name="Shape 77"/>
          <p:cNvSpPr/>
          <p:nvPr/>
        </p:nvSpPr>
        <p:spPr>
          <a:xfrm flipH="1" flipV="1">
            <a:off x="6527761" y="1707436"/>
            <a:ext cx="2616237" cy="0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defTabSz="457200"/>
            <a:endParaRPr sz="1200">
              <a:latin typeface="Helvetica"/>
              <a:ea typeface="Helvetica"/>
              <a:cs typeface="Helvetica"/>
            </a:endParaRPr>
          </a:p>
        </p:txBody>
      </p:sp>
      <p:sp>
        <p:nvSpPr>
          <p:cNvPr id="4" name="3 Título"/>
          <p:cNvSpPr>
            <a:spLocks noGrp="1"/>
          </p:cNvSpPr>
          <p:nvPr>
            <p:ph type="title" hasCustomPrompt="1"/>
          </p:nvPr>
        </p:nvSpPr>
        <p:spPr>
          <a:xfrm>
            <a:off x="605141" y="2204864"/>
            <a:ext cx="1368152" cy="562074"/>
          </a:xfrm>
        </p:spPr>
        <p:txBody>
          <a:bodyPr anchor="t" anchorCtr="0">
            <a:normAutofit/>
          </a:bodyPr>
          <a:lstStyle>
            <a:lvl1pPr algn="l">
              <a:defRPr sz="2200"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s-ES" dirty="0"/>
              <a:t>INDICE</a:t>
            </a:r>
          </a:p>
        </p:txBody>
      </p:sp>
      <p:sp>
        <p:nvSpPr>
          <p:cNvPr id="39" name="21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2987824" y="2780928"/>
            <a:ext cx="5616624" cy="2376264"/>
          </a:xfrm>
        </p:spPr>
        <p:txBody>
          <a:bodyPr/>
          <a:lstStyle>
            <a:lvl1pPr marL="271463" indent="-271463">
              <a:buClr>
                <a:srgbClr val="960F68"/>
              </a:buClr>
              <a:buFont typeface="+mj-lt"/>
              <a:buAutoNum type="arabicPeriod"/>
              <a:defRPr sz="1800" b="1" baseline="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1pPr>
            <a:lvl2pPr marL="625475" indent="-168275">
              <a:buClr>
                <a:srgbClr val="960F68"/>
              </a:buClr>
              <a:buFont typeface="+mj-lt"/>
              <a:buAutoNum type="romanLcPeriod"/>
              <a:defRPr sz="1400" baseline="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2pPr>
            <a:lvl3pPr marL="1077913" indent="-163513">
              <a:buClr>
                <a:srgbClr val="969696"/>
              </a:buClr>
              <a:defRPr sz="1200" baseline="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3pPr>
            <a:lvl4pPr marL="1371600" indent="0">
              <a:buNone/>
              <a:defRPr>
                <a:latin typeface="Arial" pitchFamily="34" charset="0"/>
                <a:cs typeface="Arial" pitchFamily="34" charset="0"/>
              </a:defRPr>
            </a:lvl4pPr>
            <a:lvl5pPr marL="1828800" indent="0">
              <a:buNone/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  <a:p>
            <a:pPr lvl="1"/>
            <a:r>
              <a:rPr lang="es-ES" dirty="0" err="1"/>
              <a:t>arial</a:t>
            </a:r>
            <a:r>
              <a:rPr lang="es-ES" dirty="0"/>
              <a:t> 14, gris oscuro</a:t>
            </a:r>
          </a:p>
          <a:p>
            <a:pPr lvl="1"/>
            <a:r>
              <a:rPr lang="es-ES" dirty="0" err="1"/>
              <a:t>arial</a:t>
            </a:r>
            <a:r>
              <a:rPr lang="es-ES" dirty="0"/>
              <a:t> 14, gris oscuro</a:t>
            </a:r>
          </a:p>
          <a:p>
            <a:pPr lvl="2"/>
            <a:r>
              <a:rPr lang="es-ES" dirty="0" err="1"/>
              <a:t>arial</a:t>
            </a:r>
            <a:r>
              <a:rPr lang="es-ES" dirty="0"/>
              <a:t> 12, gris oscuro</a:t>
            </a:r>
          </a:p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</p:txBody>
      </p:sp>
    </p:spTree>
    <p:extLst>
      <p:ext uri="{BB962C8B-B14F-4D97-AF65-F5344CB8AC3E}">
        <p14:creationId xmlns:p14="http://schemas.microsoft.com/office/powerpoint/2010/main" val="11456426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Monte-Fuji-Japon.jpg"/>
          <p:cNvPicPr/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1286523"/>
            <a:ext cx="2545200" cy="5562000"/>
          </a:xfrm>
          <a:prstGeom prst="rect">
            <a:avLst/>
          </a:prstGeom>
          <a:ln w="12700">
            <a:miter lim="400000"/>
          </a:ln>
        </p:spPr>
      </p:pic>
      <p:sp>
        <p:nvSpPr>
          <p:cNvPr id="27" name="Shape 69"/>
          <p:cNvSpPr/>
          <p:nvPr userDrawn="1"/>
        </p:nvSpPr>
        <p:spPr>
          <a:xfrm>
            <a:off x="366331" y="1941916"/>
            <a:ext cx="1845772" cy="163574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0F68">
                  <a:alpha val="92000"/>
                </a:srgbClr>
              </a:gs>
              <a:gs pos="100000">
                <a:srgbClr val="969696">
                  <a:alpha val="9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28" name="Shape 71"/>
          <p:cNvSpPr/>
          <p:nvPr userDrawn="1"/>
        </p:nvSpPr>
        <p:spPr>
          <a:xfrm>
            <a:off x="0" y="1067493"/>
            <a:ext cx="491370" cy="950642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29" name="Shape 72"/>
          <p:cNvSpPr/>
          <p:nvPr userDrawn="1"/>
        </p:nvSpPr>
        <p:spPr>
          <a:xfrm>
            <a:off x="0" y="3084956"/>
            <a:ext cx="955097" cy="881531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grpSp>
        <p:nvGrpSpPr>
          <p:cNvPr id="30" name="29 Grupo"/>
          <p:cNvGrpSpPr/>
          <p:nvPr userDrawn="1"/>
        </p:nvGrpSpPr>
        <p:grpSpPr>
          <a:xfrm>
            <a:off x="5501969" y="0"/>
            <a:ext cx="1230271" cy="885997"/>
            <a:chOff x="7493207" y="660643"/>
            <a:chExt cx="829344" cy="597264"/>
          </a:xfrm>
        </p:grpSpPr>
        <p:sp>
          <p:nvSpPr>
            <p:cNvPr id="31" name="Shape 73"/>
            <p:cNvSpPr/>
            <p:nvPr/>
          </p:nvSpPr>
          <p:spPr>
            <a:xfrm>
              <a:off x="7493207" y="660643"/>
              <a:ext cx="690728" cy="313366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969696">
                    <a:alpha val="52000"/>
                  </a:srgbClr>
                </a:gs>
                <a:gs pos="100000">
                  <a:srgbClr val="960F68">
                    <a:alpha val="52000"/>
                  </a:srgbClr>
                </a:gs>
              </a:gsLst>
              <a:lin ang="10736376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/>
            </a:p>
          </p:txBody>
        </p:sp>
        <p:sp>
          <p:nvSpPr>
            <p:cNvPr id="32" name="Shape 74"/>
            <p:cNvSpPr/>
            <p:nvPr/>
          </p:nvSpPr>
          <p:spPr>
            <a:xfrm>
              <a:off x="7935694" y="877080"/>
              <a:ext cx="386857" cy="380827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969696">
                    <a:alpha val="52000"/>
                  </a:srgbClr>
                </a:gs>
                <a:gs pos="100000">
                  <a:srgbClr val="960F68">
                    <a:alpha val="52000"/>
                  </a:srgbClr>
                </a:gs>
              </a:gsLst>
              <a:lin ang="10736376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/>
            </a:p>
          </p:txBody>
        </p:sp>
      </p:grpSp>
      <p:sp>
        <p:nvSpPr>
          <p:cNvPr id="33" name="Shape 78"/>
          <p:cNvSpPr/>
          <p:nvPr userDrawn="1"/>
        </p:nvSpPr>
        <p:spPr>
          <a:xfrm>
            <a:off x="0" y="3637275"/>
            <a:ext cx="481387" cy="66099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8" name="19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E60061AB-E3E3-4B82-98B1-945D99ABF5FB}" type="slidenum">
              <a:rPr lang="es-ES" smtClean="0"/>
              <a:t>‹nº›</a:t>
            </a:fld>
            <a:endParaRPr lang="es-ES"/>
          </a:p>
        </p:txBody>
      </p:sp>
      <p:sp>
        <p:nvSpPr>
          <p:cNvPr id="11" name="Shape 68"/>
          <p:cNvSpPr/>
          <p:nvPr userDrawn="1"/>
        </p:nvSpPr>
        <p:spPr>
          <a:xfrm flipV="1">
            <a:off x="2550199" y="1285797"/>
            <a:ext cx="0" cy="5509782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defTabSz="457200"/>
            <a:endParaRPr sz="1200">
              <a:latin typeface="Helvetica"/>
              <a:ea typeface="Helvetica"/>
              <a:cs typeface="Helvetica"/>
            </a:endParaRPr>
          </a:p>
        </p:txBody>
      </p:sp>
      <p:sp>
        <p:nvSpPr>
          <p:cNvPr id="20" name="Shape 75"/>
          <p:cNvSpPr/>
          <p:nvPr userDrawn="1"/>
        </p:nvSpPr>
        <p:spPr>
          <a:xfrm flipV="1">
            <a:off x="-68578" y="1285797"/>
            <a:ext cx="6595192" cy="0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21" name="Shape 76"/>
          <p:cNvSpPr/>
          <p:nvPr userDrawn="1"/>
        </p:nvSpPr>
        <p:spPr>
          <a:xfrm flipV="1">
            <a:off x="6527762" y="0"/>
            <a:ext cx="0" cy="1707436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defTabSz="457200"/>
            <a:endParaRPr sz="1200">
              <a:latin typeface="Helvetica"/>
              <a:ea typeface="Helvetica"/>
              <a:cs typeface="Helvetica"/>
            </a:endParaRPr>
          </a:p>
        </p:txBody>
      </p:sp>
      <p:sp>
        <p:nvSpPr>
          <p:cNvPr id="22" name="Shape 77"/>
          <p:cNvSpPr/>
          <p:nvPr userDrawn="1"/>
        </p:nvSpPr>
        <p:spPr>
          <a:xfrm flipH="1" flipV="1">
            <a:off x="6527761" y="1707436"/>
            <a:ext cx="2616237" cy="0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defTabSz="457200"/>
            <a:endParaRPr sz="1200">
              <a:latin typeface="Helvetica"/>
              <a:ea typeface="Helvetica"/>
              <a:cs typeface="Helvetica"/>
            </a:endParaRPr>
          </a:p>
        </p:txBody>
      </p:sp>
      <p:sp>
        <p:nvSpPr>
          <p:cNvPr id="24" name="3 Título"/>
          <p:cNvSpPr>
            <a:spLocks noGrp="1"/>
          </p:cNvSpPr>
          <p:nvPr>
            <p:ph type="title" hasCustomPrompt="1"/>
          </p:nvPr>
        </p:nvSpPr>
        <p:spPr>
          <a:xfrm>
            <a:off x="605141" y="2204864"/>
            <a:ext cx="1368152" cy="562074"/>
          </a:xfrm>
        </p:spPr>
        <p:txBody>
          <a:bodyPr anchor="t" anchorCtr="0">
            <a:normAutofit/>
          </a:bodyPr>
          <a:lstStyle>
            <a:lvl1pPr algn="l">
              <a:defRPr sz="2200"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s-ES" dirty="0"/>
              <a:t>INDICE</a:t>
            </a:r>
          </a:p>
        </p:txBody>
      </p:sp>
      <p:sp>
        <p:nvSpPr>
          <p:cNvPr id="34" name="21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2987824" y="2780928"/>
            <a:ext cx="5616624" cy="2376264"/>
          </a:xfrm>
        </p:spPr>
        <p:txBody>
          <a:bodyPr/>
          <a:lstStyle>
            <a:lvl1pPr marL="271463" indent="-271463">
              <a:buClr>
                <a:srgbClr val="960F68"/>
              </a:buClr>
              <a:buFont typeface="+mj-lt"/>
              <a:buAutoNum type="arabicPeriod"/>
              <a:defRPr sz="1800" b="1" baseline="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1pPr>
            <a:lvl2pPr marL="625475" indent="-168275">
              <a:buClr>
                <a:srgbClr val="960F68"/>
              </a:buClr>
              <a:buFont typeface="+mj-lt"/>
              <a:buAutoNum type="romanLcPeriod"/>
              <a:defRPr sz="1400" baseline="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2pPr>
            <a:lvl3pPr marL="1077913" indent="-163513">
              <a:buClr>
                <a:srgbClr val="969696"/>
              </a:buClr>
              <a:defRPr sz="1200" baseline="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3pPr>
            <a:lvl4pPr marL="1371600" indent="0">
              <a:buNone/>
              <a:defRPr>
                <a:latin typeface="Arial" pitchFamily="34" charset="0"/>
                <a:cs typeface="Arial" pitchFamily="34" charset="0"/>
              </a:defRPr>
            </a:lvl4pPr>
            <a:lvl5pPr marL="1828800" indent="0">
              <a:buNone/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  <a:p>
            <a:pPr lvl="1"/>
            <a:r>
              <a:rPr lang="es-ES" dirty="0" err="1"/>
              <a:t>arial</a:t>
            </a:r>
            <a:r>
              <a:rPr lang="es-ES" dirty="0"/>
              <a:t> 14, gris oscuro</a:t>
            </a:r>
          </a:p>
          <a:p>
            <a:pPr lvl="1"/>
            <a:r>
              <a:rPr lang="es-ES" dirty="0" err="1"/>
              <a:t>arial</a:t>
            </a:r>
            <a:r>
              <a:rPr lang="es-ES" dirty="0"/>
              <a:t> 14, gris oscuro</a:t>
            </a:r>
          </a:p>
          <a:p>
            <a:pPr lvl="2"/>
            <a:r>
              <a:rPr lang="es-ES" dirty="0" err="1"/>
              <a:t>arial</a:t>
            </a:r>
            <a:r>
              <a:rPr lang="es-ES" dirty="0"/>
              <a:t> 12, gris oscuro</a:t>
            </a:r>
          </a:p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</p:txBody>
      </p:sp>
    </p:spTree>
    <p:extLst>
      <p:ext uri="{BB962C8B-B14F-4D97-AF65-F5344CB8AC3E}">
        <p14:creationId xmlns:p14="http://schemas.microsoft.com/office/powerpoint/2010/main" val="31508814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Empire-State-11.jpg"/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0" y="1296000"/>
            <a:ext cx="2545200" cy="5562000"/>
          </a:xfrm>
          <a:prstGeom prst="rect">
            <a:avLst/>
          </a:prstGeom>
          <a:ln w="12700">
            <a:miter lim="400000"/>
          </a:ln>
        </p:spPr>
      </p:pic>
      <p:sp>
        <p:nvSpPr>
          <p:cNvPr id="27" name="Shape 69"/>
          <p:cNvSpPr/>
          <p:nvPr userDrawn="1"/>
        </p:nvSpPr>
        <p:spPr>
          <a:xfrm>
            <a:off x="366331" y="1941916"/>
            <a:ext cx="1845772" cy="163574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0F68">
                  <a:alpha val="92000"/>
                </a:srgbClr>
              </a:gs>
              <a:gs pos="100000">
                <a:srgbClr val="969696">
                  <a:alpha val="9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28" name="Shape 71"/>
          <p:cNvSpPr/>
          <p:nvPr userDrawn="1"/>
        </p:nvSpPr>
        <p:spPr>
          <a:xfrm>
            <a:off x="0" y="1067493"/>
            <a:ext cx="491370" cy="950642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29" name="Shape 72"/>
          <p:cNvSpPr/>
          <p:nvPr userDrawn="1"/>
        </p:nvSpPr>
        <p:spPr>
          <a:xfrm>
            <a:off x="0" y="3084956"/>
            <a:ext cx="955097" cy="881531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grpSp>
        <p:nvGrpSpPr>
          <p:cNvPr id="30" name="29 Grupo"/>
          <p:cNvGrpSpPr/>
          <p:nvPr userDrawn="1"/>
        </p:nvGrpSpPr>
        <p:grpSpPr>
          <a:xfrm>
            <a:off x="5501969" y="0"/>
            <a:ext cx="1230271" cy="885997"/>
            <a:chOff x="7493207" y="660643"/>
            <a:chExt cx="829344" cy="597264"/>
          </a:xfrm>
        </p:grpSpPr>
        <p:sp>
          <p:nvSpPr>
            <p:cNvPr id="31" name="Shape 73"/>
            <p:cNvSpPr/>
            <p:nvPr/>
          </p:nvSpPr>
          <p:spPr>
            <a:xfrm>
              <a:off x="7493207" y="660643"/>
              <a:ext cx="690728" cy="313366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969696">
                    <a:alpha val="52000"/>
                  </a:srgbClr>
                </a:gs>
                <a:gs pos="100000">
                  <a:srgbClr val="960F68">
                    <a:alpha val="52000"/>
                  </a:srgbClr>
                </a:gs>
              </a:gsLst>
              <a:lin ang="10736376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/>
            </a:p>
          </p:txBody>
        </p:sp>
        <p:sp>
          <p:nvSpPr>
            <p:cNvPr id="32" name="Shape 74"/>
            <p:cNvSpPr/>
            <p:nvPr/>
          </p:nvSpPr>
          <p:spPr>
            <a:xfrm>
              <a:off x="7935694" y="877080"/>
              <a:ext cx="386857" cy="380827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969696">
                    <a:alpha val="52000"/>
                  </a:srgbClr>
                </a:gs>
                <a:gs pos="100000">
                  <a:srgbClr val="960F68">
                    <a:alpha val="52000"/>
                  </a:srgbClr>
                </a:gs>
              </a:gsLst>
              <a:lin ang="10736376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/>
            </a:p>
          </p:txBody>
        </p:sp>
      </p:grpSp>
      <p:sp>
        <p:nvSpPr>
          <p:cNvPr id="33" name="Shape 78"/>
          <p:cNvSpPr/>
          <p:nvPr userDrawn="1"/>
        </p:nvSpPr>
        <p:spPr>
          <a:xfrm>
            <a:off x="0" y="3637275"/>
            <a:ext cx="481387" cy="66099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8" name="19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E60061AB-E3E3-4B82-98B1-945D99ABF5FB}" type="slidenum">
              <a:rPr lang="es-ES" smtClean="0"/>
              <a:t>‹nº›</a:t>
            </a:fld>
            <a:endParaRPr lang="es-ES"/>
          </a:p>
        </p:txBody>
      </p:sp>
      <p:sp>
        <p:nvSpPr>
          <p:cNvPr id="11" name="Shape 68"/>
          <p:cNvSpPr/>
          <p:nvPr userDrawn="1"/>
        </p:nvSpPr>
        <p:spPr>
          <a:xfrm flipV="1">
            <a:off x="2550199" y="1285797"/>
            <a:ext cx="0" cy="5509782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defTabSz="457200"/>
            <a:endParaRPr sz="1200">
              <a:latin typeface="Helvetica"/>
              <a:ea typeface="Helvetica"/>
              <a:cs typeface="Helvetica"/>
            </a:endParaRPr>
          </a:p>
        </p:txBody>
      </p:sp>
      <p:sp>
        <p:nvSpPr>
          <p:cNvPr id="20" name="Shape 75"/>
          <p:cNvSpPr/>
          <p:nvPr userDrawn="1"/>
        </p:nvSpPr>
        <p:spPr>
          <a:xfrm flipV="1">
            <a:off x="-68578" y="1285797"/>
            <a:ext cx="6595192" cy="0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21" name="Shape 76"/>
          <p:cNvSpPr/>
          <p:nvPr userDrawn="1"/>
        </p:nvSpPr>
        <p:spPr>
          <a:xfrm flipV="1">
            <a:off x="6527762" y="0"/>
            <a:ext cx="0" cy="1707436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defTabSz="457200"/>
            <a:endParaRPr sz="1200">
              <a:latin typeface="Helvetica"/>
              <a:ea typeface="Helvetica"/>
              <a:cs typeface="Helvetica"/>
            </a:endParaRPr>
          </a:p>
        </p:txBody>
      </p:sp>
      <p:sp>
        <p:nvSpPr>
          <p:cNvPr id="22" name="Shape 77"/>
          <p:cNvSpPr/>
          <p:nvPr userDrawn="1"/>
        </p:nvSpPr>
        <p:spPr>
          <a:xfrm flipH="1" flipV="1">
            <a:off x="6527761" y="1707436"/>
            <a:ext cx="2616237" cy="0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defTabSz="457200"/>
            <a:endParaRPr sz="1200">
              <a:latin typeface="Helvetica"/>
              <a:ea typeface="Helvetica"/>
              <a:cs typeface="Helvetica"/>
            </a:endParaRPr>
          </a:p>
        </p:txBody>
      </p:sp>
      <p:sp>
        <p:nvSpPr>
          <p:cNvPr id="24" name="3 Título"/>
          <p:cNvSpPr>
            <a:spLocks noGrp="1"/>
          </p:cNvSpPr>
          <p:nvPr>
            <p:ph type="title" hasCustomPrompt="1"/>
          </p:nvPr>
        </p:nvSpPr>
        <p:spPr>
          <a:xfrm>
            <a:off x="605141" y="2204864"/>
            <a:ext cx="1368152" cy="562074"/>
          </a:xfrm>
        </p:spPr>
        <p:txBody>
          <a:bodyPr anchor="t" anchorCtr="0">
            <a:normAutofit/>
          </a:bodyPr>
          <a:lstStyle>
            <a:lvl1pPr algn="l">
              <a:defRPr sz="2200"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s-ES" dirty="0"/>
              <a:t>INDICE</a:t>
            </a:r>
          </a:p>
        </p:txBody>
      </p:sp>
      <p:sp>
        <p:nvSpPr>
          <p:cNvPr id="34" name="21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2987824" y="2780928"/>
            <a:ext cx="5616624" cy="2376264"/>
          </a:xfrm>
        </p:spPr>
        <p:txBody>
          <a:bodyPr/>
          <a:lstStyle>
            <a:lvl1pPr marL="271463" indent="-271463">
              <a:buClr>
                <a:srgbClr val="960F68"/>
              </a:buClr>
              <a:buFont typeface="+mj-lt"/>
              <a:buAutoNum type="arabicPeriod"/>
              <a:defRPr sz="1800" b="1" baseline="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1pPr>
            <a:lvl2pPr marL="625475" indent="-168275">
              <a:buClr>
                <a:srgbClr val="960F68"/>
              </a:buClr>
              <a:buFont typeface="+mj-lt"/>
              <a:buAutoNum type="romanLcPeriod"/>
              <a:defRPr sz="1400" baseline="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2pPr>
            <a:lvl3pPr marL="1077913" indent="-163513">
              <a:buClr>
                <a:srgbClr val="969696"/>
              </a:buClr>
              <a:defRPr sz="1200" baseline="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3pPr>
            <a:lvl4pPr marL="1371600" indent="0">
              <a:buNone/>
              <a:defRPr>
                <a:latin typeface="Arial" pitchFamily="34" charset="0"/>
                <a:cs typeface="Arial" pitchFamily="34" charset="0"/>
              </a:defRPr>
            </a:lvl4pPr>
            <a:lvl5pPr marL="1828800" indent="0">
              <a:buNone/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  <a:p>
            <a:pPr lvl="1"/>
            <a:r>
              <a:rPr lang="es-ES" dirty="0" err="1"/>
              <a:t>arial</a:t>
            </a:r>
            <a:r>
              <a:rPr lang="es-ES" dirty="0"/>
              <a:t> 14, gris oscuro</a:t>
            </a:r>
          </a:p>
          <a:p>
            <a:pPr lvl="1"/>
            <a:r>
              <a:rPr lang="es-ES" dirty="0" err="1"/>
              <a:t>arial</a:t>
            </a:r>
            <a:r>
              <a:rPr lang="es-ES" dirty="0"/>
              <a:t> 14, gris oscuro</a:t>
            </a:r>
          </a:p>
          <a:p>
            <a:pPr lvl="2"/>
            <a:r>
              <a:rPr lang="es-ES" dirty="0" err="1"/>
              <a:t>arial</a:t>
            </a:r>
            <a:r>
              <a:rPr lang="es-ES" dirty="0"/>
              <a:t> 12, gris oscuro</a:t>
            </a:r>
          </a:p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</p:txBody>
      </p:sp>
    </p:spTree>
    <p:extLst>
      <p:ext uri="{BB962C8B-B14F-4D97-AF65-F5344CB8AC3E}">
        <p14:creationId xmlns:p14="http://schemas.microsoft.com/office/powerpoint/2010/main" val="42373997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mundial-brasil.jpg"/>
          <p:cNvPicPr/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1296000"/>
            <a:ext cx="2545196" cy="5562000"/>
          </a:xfrm>
          <a:prstGeom prst="rect">
            <a:avLst/>
          </a:prstGeom>
          <a:ln w="12700">
            <a:miter lim="400000"/>
          </a:ln>
        </p:spPr>
      </p:pic>
      <p:sp>
        <p:nvSpPr>
          <p:cNvPr id="27" name="Shape 69"/>
          <p:cNvSpPr/>
          <p:nvPr userDrawn="1"/>
        </p:nvSpPr>
        <p:spPr>
          <a:xfrm>
            <a:off x="366331" y="1941916"/>
            <a:ext cx="1845772" cy="163574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0F68">
                  <a:alpha val="92000"/>
                </a:srgbClr>
              </a:gs>
              <a:gs pos="100000">
                <a:srgbClr val="969696">
                  <a:alpha val="9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28" name="Shape 71"/>
          <p:cNvSpPr/>
          <p:nvPr userDrawn="1"/>
        </p:nvSpPr>
        <p:spPr>
          <a:xfrm>
            <a:off x="0" y="1067493"/>
            <a:ext cx="491370" cy="950642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29" name="Shape 72"/>
          <p:cNvSpPr/>
          <p:nvPr userDrawn="1"/>
        </p:nvSpPr>
        <p:spPr>
          <a:xfrm>
            <a:off x="0" y="3084956"/>
            <a:ext cx="955097" cy="881531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grpSp>
        <p:nvGrpSpPr>
          <p:cNvPr id="30" name="29 Grupo"/>
          <p:cNvGrpSpPr/>
          <p:nvPr userDrawn="1"/>
        </p:nvGrpSpPr>
        <p:grpSpPr>
          <a:xfrm>
            <a:off x="5501969" y="0"/>
            <a:ext cx="1230271" cy="885997"/>
            <a:chOff x="7493207" y="660643"/>
            <a:chExt cx="829344" cy="597264"/>
          </a:xfrm>
        </p:grpSpPr>
        <p:sp>
          <p:nvSpPr>
            <p:cNvPr id="31" name="Shape 73"/>
            <p:cNvSpPr/>
            <p:nvPr/>
          </p:nvSpPr>
          <p:spPr>
            <a:xfrm>
              <a:off x="7493207" y="660643"/>
              <a:ext cx="690728" cy="313366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969696">
                    <a:alpha val="52000"/>
                  </a:srgbClr>
                </a:gs>
                <a:gs pos="100000">
                  <a:srgbClr val="960F68">
                    <a:alpha val="52000"/>
                  </a:srgbClr>
                </a:gs>
              </a:gsLst>
              <a:lin ang="10736376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/>
            </a:p>
          </p:txBody>
        </p:sp>
        <p:sp>
          <p:nvSpPr>
            <p:cNvPr id="32" name="Shape 74"/>
            <p:cNvSpPr/>
            <p:nvPr/>
          </p:nvSpPr>
          <p:spPr>
            <a:xfrm>
              <a:off x="7935694" y="877080"/>
              <a:ext cx="386857" cy="380827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969696">
                    <a:alpha val="52000"/>
                  </a:srgbClr>
                </a:gs>
                <a:gs pos="100000">
                  <a:srgbClr val="960F68">
                    <a:alpha val="52000"/>
                  </a:srgbClr>
                </a:gs>
              </a:gsLst>
              <a:lin ang="10736376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/>
            </a:p>
          </p:txBody>
        </p:sp>
      </p:grpSp>
      <p:sp>
        <p:nvSpPr>
          <p:cNvPr id="33" name="Shape 78"/>
          <p:cNvSpPr/>
          <p:nvPr userDrawn="1"/>
        </p:nvSpPr>
        <p:spPr>
          <a:xfrm>
            <a:off x="0" y="3637275"/>
            <a:ext cx="481387" cy="66099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8" name="19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E60061AB-E3E3-4B82-98B1-945D99ABF5FB}" type="slidenum">
              <a:rPr lang="es-ES" smtClean="0"/>
              <a:t>‹nº›</a:t>
            </a:fld>
            <a:endParaRPr lang="es-ES"/>
          </a:p>
        </p:txBody>
      </p:sp>
      <p:sp>
        <p:nvSpPr>
          <p:cNvPr id="11" name="Shape 68"/>
          <p:cNvSpPr/>
          <p:nvPr userDrawn="1"/>
        </p:nvSpPr>
        <p:spPr>
          <a:xfrm flipV="1">
            <a:off x="2550199" y="1285797"/>
            <a:ext cx="0" cy="5509782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defTabSz="457200"/>
            <a:endParaRPr sz="1200">
              <a:latin typeface="Helvetica"/>
              <a:ea typeface="Helvetica"/>
              <a:cs typeface="Helvetica"/>
            </a:endParaRPr>
          </a:p>
        </p:txBody>
      </p:sp>
      <p:sp>
        <p:nvSpPr>
          <p:cNvPr id="20" name="Shape 75"/>
          <p:cNvSpPr/>
          <p:nvPr userDrawn="1"/>
        </p:nvSpPr>
        <p:spPr>
          <a:xfrm flipV="1">
            <a:off x="-68578" y="1285797"/>
            <a:ext cx="6595192" cy="0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21" name="Shape 76"/>
          <p:cNvSpPr/>
          <p:nvPr userDrawn="1"/>
        </p:nvSpPr>
        <p:spPr>
          <a:xfrm flipV="1">
            <a:off x="6527762" y="0"/>
            <a:ext cx="0" cy="1707436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defTabSz="457200"/>
            <a:endParaRPr sz="1200">
              <a:latin typeface="Helvetica"/>
              <a:ea typeface="Helvetica"/>
              <a:cs typeface="Helvetica"/>
            </a:endParaRPr>
          </a:p>
        </p:txBody>
      </p:sp>
      <p:sp>
        <p:nvSpPr>
          <p:cNvPr id="22" name="Shape 77"/>
          <p:cNvSpPr/>
          <p:nvPr userDrawn="1"/>
        </p:nvSpPr>
        <p:spPr>
          <a:xfrm flipH="1" flipV="1">
            <a:off x="6527761" y="1707436"/>
            <a:ext cx="2616237" cy="0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defTabSz="457200"/>
            <a:endParaRPr sz="1200">
              <a:latin typeface="Helvetica"/>
              <a:ea typeface="Helvetica"/>
              <a:cs typeface="Helvetica"/>
            </a:endParaRPr>
          </a:p>
        </p:txBody>
      </p:sp>
      <p:sp>
        <p:nvSpPr>
          <p:cNvPr id="24" name="3 Título"/>
          <p:cNvSpPr>
            <a:spLocks noGrp="1"/>
          </p:cNvSpPr>
          <p:nvPr>
            <p:ph type="title" hasCustomPrompt="1"/>
          </p:nvPr>
        </p:nvSpPr>
        <p:spPr>
          <a:xfrm>
            <a:off x="605141" y="2204864"/>
            <a:ext cx="1368152" cy="562074"/>
          </a:xfrm>
        </p:spPr>
        <p:txBody>
          <a:bodyPr anchor="t" anchorCtr="0">
            <a:normAutofit/>
          </a:bodyPr>
          <a:lstStyle>
            <a:lvl1pPr algn="l">
              <a:defRPr sz="2200"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s-ES" dirty="0"/>
              <a:t>INDICE</a:t>
            </a:r>
          </a:p>
        </p:txBody>
      </p:sp>
      <p:sp>
        <p:nvSpPr>
          <p:cNvPr id="34" name="21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2987824" y="2780928"/>
            <a:ext cx="5616624" cy="2376264"/>
          </a:xfrm>
        </p:spPr>
        <p:txBody>
          <a:bodyPr/>
          <a:lstStyle>
            <a:lvl1pPr marL="271463" indent="-271463">
              <a:buClr>
                <a:srgbClr val="960F68"/>
              </a:buClr>
              <a:buFont typeface="+mj-lt"/>
              <a:buAutoNum type="arabicPeriod"/>
              <a:defRPr sz="1800" b="1" baseline="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1pPr>
            <a:lvl2pPr marL="625475" indent="-168275">
              <a:buClr>
                <a:srgbClr val="960F68"/>
              </a:buClr>
              <a:buFont typeface="+mj-lt"/>
              <a:buAutoNum type="romanLcPeriod"/>
              <a:defRPr sz="1400" baseline="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2pPr>
            <a:lvl3pPr marL="1077913" indent="-163513">
              <a:buClr>
                <a:srgbClr val="969696"/>
              </a:buClr>
              <a:defRPr sz="1200" baseline="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3pPr>
            <a:lvl4pPr marL="1371600" indent="0">
              <a:buNone/>
              <a:defRPr>
                <a:latin typeface="Arial" pitchFamily="34" charset="0"/>
                <a:cs typeface="Arial" pitchFamily="34" charset="0"/>
              </a:defRPr>
            </a:lvl4pPr>
            <a:lvl5pPr marL="1828800" indent="0">
              <a:buNone/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  <a:p>
            <a:pPr lvl="1"/>
            <a:r>
              <a:rPr lang="es-ES" dirty="0" err="1"/>
              <a:t>arial</a:t>
            </a:r>
            <a:r>
              <a:rPr lang="es-ES" dirty="0"/>
              <a:t> 14, gris oscuro</a:t>
            </a:r>
          </a:p>
          <a:p>
            <a:pPr lvl="1"/>
            <a:r>
              <a:rPr lang="es-ES" dirty="0" err="1"/>
              <a:t>arial</a:t>
            </a:r>
            <a:r>
              <a:rPr lang="es-ES" dirty="0"/>
              <a:t> 14, gris oscuro</a:t>
            </a:r>
          </a:p>
          <a:p>
            <a:pPr lvl="2"/>
            <a:r>
              <a:rPr lang="es-ES" dirty="0" err="1"/>
              <a:t>arial</a:t>
            </a:r>
            <a:r>
              <a:rPr lang="es-ES" dirty="0"/>
              <a:t> 12, gris oscuro</a:t>
            </a:r>
          </a:p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</p:txBody>
      </p:sp>
    </p:spTree>
    <p:extLst>
      <p:ext uri="{BB962C8B-B14F-4D97-AF65-F5344CB8AC3E}">
        <p14:creationId xmlns:p14="http://schemas.microsoft.com/office/powerpoint/2010/main" val="42465824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big-111256_1920.jpg"/>
          <p:cNvPicPr/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1297972"/>
            <a:ext cx="2545200" cy="5562000"/>
          </a:xfrm>
          <a:prstGeom prst="rect">
            <a:avLst/>
          </a:prstGeom>
          <a:ln w="12700">
            <a:miter lim="400000"/>
          </a:ln>
        </p:spPr>
      </p:pic>
      <p:sp>
        <p:nvSpPr>
          <p:cNvPr id="27" name="Shape 69"/>
          <p:cNvSpPr/>
          <p:nvPr userDrawn="1"/>
        </p:nvSpPr>
        <p:spPr>
          <a:xfrm>
            <a:off x="366331" y="1941916"/>
            <a:ext cx="1845772" cy="163574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0F68">
                  <a:alpha val="92000"/>
                </a:srgbClr>
              </a:gs>
              <a:gs pos="100000">
                <a:srgbClr val="969696">
                  <a:alpha val="9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28" name="Shape 71"/>
          <p:cNvSpPr/>
          <p:nvPr userDrawn="1"/>
        </p:nvSpPr>
        <p:spPr>
          <a:xfrm>
            <a:off x="0" y="1067493"/>
            <a:ext cx="491370" cy="950642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29" name="Shape 72"/>
          <p:cNvSpPr/>
          <p:nvPr userDrawn="1"/>
        </p:nvSpPr>
        <p:spPr>
          <a:xfrm>
            <a:off x="0" y="3084956"/>
            <a:ext cx="955097" cy="881531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grpSp>
        <p:nvGrpSpPr>
          <p:cNvPr id="30" name="29 Grupo"/>
          <p:cNvGrpSpPr/>
          <p:nvPr userDrawn="1"/>
        </p:nvGrpSpPr>
        <p:grpSpPr>
          <a:xfrm>
            <a:off x="5501969" y="0"/>
            <a:ext cx="1230271" cy="885997"/>
            <a:chOff x="7493207" y="660643"/>
            <a:chExt cx="829344" cy="597264"/>
          </a:xfrm>
        </p:grpSpPr>
        <p:sp>
          <p:nvSpPr>
            <p:cNvPr id="31" name="Shape 73"/>
            <p:cNvSpPr/>
            <p:nvPr/>
          </p:nvSpPr>
          <p:spPr>
            <a:xfrm>
              <a:off x="7493207" y="660643"/>
              <a:ext cx="690728" cy="313366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969696">
                    <a:alpha val="52000"/>
                  </a:srgbClr>
                </a:gs>
                <a:gs pos="100000">
                  <a:srgbClr val="960F68">
                    <a:alpha val="52000"/>
                  </a:srgbClr>
                </a:gs>
              </a:gsLst>
              <a:lin ang="10736376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/>
            </a:p>
          </p:txBody>
        </p:sp>
        <p:sp>
          <p:nvSpPr>
            <p:cNvPr id="32" name="Shape 74"/>
            <p:cNvSpPr/>
            <p:nvPr/>
          </p:nvSpPr>
          <p:spPr>
            <a:xfrm>
              <a:off x="7935694" y="877080"/>
              <a:ext cx="386857" cy="380827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969696">
                    <a:alpha val="52000"/>
                  </a:srgbClr>
                </a:gs>
                <a:gs pos="100000">
                  <a:srgbClr val="960F68">
                    <a:alpha val="52000"/>
                  </a:srgbClr>
                </a:gs>
              </a:gsLst>
              <a:lin ang="10736376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/>
            </a:p>
          </p:txBody>
        </p:sp>
      </p:grpSp>
      <p:sp>
        <p:nvSpPr>
          <p:cNvPr id="33" name="Shape 78"/>
          <p:cNvSpPr/>
          <p:nvPr userDrawn="1"/>
        </p:nvSpPr>
        <p:spPr>
          <a:xfrm>
            <a:off x="0" y="3637275"/>
            <a:ext cx="481387" cy="66099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69696">
                  <a:alpha val="52000"/>
                </a:srgbClr>
              </a:gs>
              <a:gs pos="100000">
                <a:srgbClr val="960F68">
                  <a:alpha val="52000"/>
                </a:srgbClr>
              </a:gs>
            </a:gsLst>
            <a:lin ang="10736376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8" name="19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E60061AB-E3E3-4B82-98B1-945D99ABF5FB}" type="slidenum">
              <a:rPr lang="es-ES" smtClean="0"/>
              <a:t>‹nº›</a:t>
            </a:fld>
            <a:endParaRPr lang="es-ES"/>
          </a:p>
        </p:txBody>
      </p:sp>
      <p:sp>
        <p:nvSpPr>
          <p:cNvPr id="11" name="Shape 68"/>
          <p:cNvSpPr/>
          <p:nvPr userDrawn="1"/>
        </p:nvSpPr>
        <p:spPr>
          <a:xfrm flipV="1">
            <a:off x="2550199" y="1285797"/>
            <a:ext cx="0" cy="5509782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defTabSz="457200"/>
            <a:endParaRPr sz="1200">
              <a:latin typeface="Helvetica"/>
              <a:ea typeface="Helvetica"/>
              <a:cs typeface="Helvetica"/>
            </a:endParaRPr>
          </a:p>
        </p:txBody>
      </p:sp>
      <p:sp>
        <p:nvSpPr>
          <p:cNvPr id="20" name="Shape 75"/>
          <p:cNvSpPr/>
          <p:nvPr userDrawn="1"/>
        </p:nvSpPr>
        <p:spPr>
          <a:xfrm flipV="1">
            <a:off x="-68578" y="1285797"/>
            <a:ext cx="6595192" cy="0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21" name="Shape 76"/>
          <p:cNvSpPr/>
          <p:nvPr userDrawn="1"/>
        </p:nvSpPr>
        <p:spPr>
          <a:xfrm flipV="1">
            <a:off x="6527762" y="0"/>
            <a:ext cx="0" cy="1707436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defTabSz="457200"/>
            <a:endParaRPr sz="1200">
              <a:latin typeface="Helvetica"/>
              <a:ea typeface="Helvetica"/>
              <a:cs typeface="Helvetica"/>
            </a:endParaRPr>
          </a:p>
        </p:txBody>
      </p:sp>
      <p:sp>
        <p:nvSpPr>
          <p:cNvPr id="22" name="Shape 77"/>
          <p:cNvSpPr/>
          <p:nvPr userDrawn="1"/>
        </p:nvSpPr>
        <p:spPr>
          <a:xfrm flipH="1" flipV="1">
            <a:off x="6527761" y="1707436"/>
            <a:ext cx="2616237" cy="0"/>
          </a:xfrm>
          <a:prstGeom prst="line">
            <a:avLst/>
          </a:prstGeom>
          <a:ln w="12700" cap="rnd">
            <a:solidFill>
              <a:srgbClr val="B5B5B5"/>
            </a:solidFill>
            <a:custDash>
              <a:ds d="100000" sp="200000"/>
            </a:custDash>
            <a:round/>
          </a:ln>
        </p:spPr>
        <p:txBody>
          <a:bodyPr lIns="0" tIns="0" rIns="0" bIns="0"/>
          <a:lstStyle/>
          <a:p>
            <a:pPr lvl="0" defTabSz="457200"/>
            <a:endParaRPr sz="1200">
              <a:latin typeface="Helvetica"/>
              <a:ea typeface="Helvetica"/>
              <a:cs typeface="Helvetica"/>
            </a:endParaRPr>
          </a:p>
        </p:txBody>
      </p:sp>
      <p:sp>
        <p:nvSpPr>
          <p:cNvPr id="24" name="3 Título"/>
          <p:cNvSpPr>
            <a:spLocks noGrp="1"/>
          </p:cNvSpPr>
          <p:nvPr>
            <p:ph type="title" hasCustomPrompt="1"/>
          </p:nvPr>
        </p:nvSpPr>
        <p:spPr>
          <a:xfrm>
            <a:off x="605141" y="2204864"/>
            <a:ext cx="1368152" cy="562074"/>
          </a:xfrm>
        </p:spPr>
        <p:txBody>
          <a:bodyPr anchor="t" anchorCtr="0">
            <a:normAutofit/>
          </a:bodyPr>
          <a:lstStyle>
            <a:lvl1pPr algn="l">
              <a:defRPr sz="2200"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s-ES" dirty="0"/>
              <a:t>INDICE</a:t>
            </a:r>
          </a:p>
        </p:txBody>
      </p:sp>
      <p:sp>
        <p:nvSpPr>
          <p:cNvPr id="34" name="21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2987824" y="2780928"/>
            <a:ext cx="5616624" cy="2376264"/>
          </a:xfrm>
        </p:spPr>
        <p:txBody>
          <a:bodyPr/>
          <a:lstStyle>
            <a:lvl1pPr marL="271463" indent="-271463">
              <a:buClr>
                <a:srgbClr val="960F68"/>
              </a:buClr>
              <a:buFont typeface="+mj-lt"/>
              <a:buAutoNum type="arabicPeriod"/>
              <a:defRPr sz="1800" b="1" baseline="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1pPr>
            <a:lvl2pPr marL="625475" indent="-168275">
              <a:buClr>
                <a:srgbClr val="960F68"/>
              </a:buClr>
              <a:buFont typeface="+mj-lt"/>
              <a:buAutoNum type="romanLcPeriod"/>
              <a:defRPr sz="1400" baseline="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2pPr>
            <a:lvl3pPr marL="1077913" indent="-163513">
              <a:buClr>
                <a:srgbClr val="969696"/>
              </a:buClr>
              <a:defRPr sz="1200" baseline="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3pPr>
            <a:lvl4pPr marL="1371600" indent="0">
              <a:buNone/>
              <a:defRPr>
                <a:latin typeface="Arial" pitchFamily="34" charset="0"/>
                <a:cs typeface="Arial" pitchFamily="34" charset="0"/>
              </a:defRPr>
            </a:lvl4pPr>
            <a:lvl5pPr marL="1828800" indent="0">
              <a:buNone/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  <a:p>
            <a:pPr lvl="1"/>
            <a:r>
              <a:rPr lang="es-ES" dirty="0" err="1"/>
              <a:t>arial</a:t>
            </a:r>
            <a:r>
              <a:rPr lang="es-ES" dirty="0"/>
              <a:t> 14, gris oscuro</a:t>
            </a:r>
          </a:p>
          <a:p>
            <a:pPr lvl="1"/>
            <a:r>
              <a:rPr lang="es-ES" dirty="0" err="1"/>
              <a:t>arial</a:t>
            </a:r>
            <a:r>
              <a:rPr lang="es-ES" dirty="0"/>
              <a:t> 14, gris oscuro</a:t>
            </a:r>
          </a:p>
          <a:p>
            <a:pPr lvl="2"/>
            <a:r>
              <a:rPr lang="es-ES" dirty="0" err="1"/>
              <a:t>arial</a:t>
            </a:r>
            <a:r>
              <a:rPr lang="es-ES" dirty="0"/>
              <a:t> 12, gris oscuro</a:t>
            </a:r>
          </a:p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  <a:p>
            <a:pPr lvl="0"/>
            <a:r>
              <a:rPr lang="es-ES" dirty="0" err="1"/>
              <a:t>arial</a:t>
            </a:r>
            <a:r>
              <a:rPr lang="es-ES" dirty="0"/>
              <a:t> </a:t>
            </a:r>
            <a:r>
              <a:rPr lang="es-ES" dirty="0" err="1"/>
              <a:t>bold</a:t>
            </a:r>
            <a:r>
              <a:rPr lang="es-ES" dirty="0"/>
              <a:t> 18, gris oscuro</a:t>
            </a:r>
          </a:p>
        </p:txBody>
      </p:sp>
    </p:spTree>
    <p:extLst>
      <p:ext uri="{BB962C8B-B14F-4D97-AF65-F5344CB8AC3E}">
        <p14:creationId xmlns:p14="http://schemas.microsoft.com/office/powerpoint/2010/main" val="32960780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415"/>
          <p:cNvSpPr/>
          <p:nvPr userDrawn="1"/>
        </p:nvSpPr>
        <p:spPr>
          <a:xfrm>
            <a:off x="-1" y="1"/>
            <a:ext cx="7169921" cy="1052736"/>
          </a:xfrm>
          <a:prstGeom prst="roundRect">
            <a:avLst>
              <a:gd name="adj" fmla="val 739"/>
            </a:avLst>
          </a:prstGeom>
          <a:gradFill>
            <a:gsLst>
              <a:gs pos="0">
                <a:srgbClr val="969696">
                  <a:alpha val="92000"/>
                </a:srgbClr>
              </a:gs>
              <a:gs pos="100000">
                <a:srgbClr val="960F68">
                  <a:alpha val="92000"/>
                </a:srgbClr>
              </a:gs>
            </a:gsLst>
            <a:lin ang="10801612"/>
          </a:gra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3" name="2 Marcador de texto"/>
          <p:cNvSpPr>
            <a:spLocks noGrp="1"/>
          </p:cNvSpPr>
          <p:nvPr>
            <p:ph type="body" idx="1" hasCustomPrompt="1"/>
          </p:nvPr>
        </p:nvSpPr>
        <p:spPr>
          <a:xfrm>
            <a:off x="395536" y="2277343"/>
            <a:ext cx="8280000" cy="432048"/>
          </a:xfrm>
        </p:spPr>
        <p:txBody>
          <a:bodyPr anchor="t">
            <a:normAutofit/>
          </a:bodyPr>
          <a:lstStyle>
            <a:lvl1pPr marL="0" indent="0">
              <a:buNone/>
              <a:defRPr sz="1600" baseline="0">
                <a:solidFill>
                  <a:srgbClr val="960F68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Subtítulo (</a:t>
            </a:r>
            <a:r>
              <a:rPr lang="es-ES" dirty="0" err="1"/>
              <a:t>arial</a:t>
            </a:r>
            <a:r>
              <a:rPr lang="es-ES" dirty="0"/>
              <a:t> 16, minúscula)</a:t>
            </a:r>
          </a:p>
        </p:txBody>
      </p:sp>
      <p:sp>
        <p:nvSpPr>
          <p:cNvPr id="14" name="13 Marcador de contenido"/>
          <p:cNvSpPr>
            <a:spLocks noGrp="1"/>
          </p:cNvSpPr>
          <p:nvPr>
            <p:ph sz="quarter" idx="11" hasCustomPrompt="1"/>
          </p:nvPr>
        </p:nvSpPr>
        <p:spPr>
          <a:xfrm>
            <a:off x="395536" y="2925415"/>
            <a:ext cx="8280920" cy="295185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20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20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20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20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s-ES" dirty="0"/>
              <a:t>(</a:t>
            </a:r>
            <a:r>
              <a:rPr lang="es-ES" dirty="0" err="1"/>
              <a:t>arial</a:t>
            </a:r>
            <a:r>
              <a:rPr lang="es-ES" dirty="0"/>
              <a:t> 14, gris oscuro)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s-ES" dirty="0" err="1"/>
              <a:t>Xxxxxxxxx</a:t>
            </a:r>
            <a:r>
              <a:rPr lang="es-ES" dirty="0"/>
              <a:t> </a:t>
            </a:r>
            <a:r>
              <a:rPr lang="es-ES" dirty="0" err="1"/>
              <a:t>xxxxxxxx</a:t>
            </a:r>
            <a:r>
              <a:rPr lang="es-ES" dirty="0"/>
              <a:t> </a:t>
            </a:r>
            <a:r>
              <a:rPr lang="es-ES" dirty="0" err="1"/>
              <a:t>xxxxxxx</a:t>
            </a:r>
            <a:r>
              <a:rPr lang="es-ES" dirty="0"/>
              <a:t>.</a:t>
            </a:r>
          </a:p>
        </p:txBody>
      </p:sp>
      <p:sp>
        <p:nvSpPr>
          <p:cNvPr id="2" name="1 Título"/>
          <p:cNvSpPr>
            <a:spLocks noGrp="1"/>
          </p:cNvSpPr>
          <p:nvPr>
            <p:ph type="title" hasCustomPrompt="1"/>
          </p:nvPr>
        </p:nvSpPr>
        <p:spPr>
          <a:xfrm>
            <a:off x="305780" y="310391"/>
            <a:ext cx="6570475" cy="432000"/>
          </a:xfrm>
        </p:spPr>
        <p:txBody>
          <a:bodyPr anchor="t">
            <a:normAutofit/>
          </a:bodyPr>
          <a:lstStyle>
            <a:lvl1pPr algn="l">
              <a:defRPr sz="1800" b="1" cap="none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s-ES" dirty="0"/>
              <a:t>Título (</a:t>
            </a:r>
            <a:r>
              <a:rPr lang="es-ES" dirty="0" err="1"/>
              <a:t>arial</a:t>
            </a:r>
            <a:r>
              <a:rPr lang="es-ES" dirty="0"/>
              <a:t> 18, minúscula, negrita, blanco)</a:t>
            </a:r>
          </a:p>
        </p:txBody>
      </p:sp>
    </p:spTree>
    <p:extLst>
      <p:ext uri="{BB962C8B-B14F-4D97-AF65-F5344CB8AC3E}">
        <p14:creationId xmlns:p14="http://schemas.microsoft.com/office/powerpoint/2010/main" val="227987091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AEEE9-AD6A-4121-B8FF-B12D6A452F01}" type="slidenum">
              <a:rPr lang="es-ES" smtClean="0"/>
              <a:t>‹nº›</a:t>
            </a:fld>
            <a:endParaRPr lang="es-ES"/>
          </a:p>
        </p:txBody>
      </p:sp>
      <p:sp>
        <p:nvSpPr>
          <p:cNvPr id="12" name="11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83568" y="1988840"/>
            <a:ext cx="5832475" cy="504205"/>
          </a:xfrm>
        </p:spPr>
        <p:txBody>
          <a:bodyPr>
            <a:normAutofit/>
          </a:bodyPr>
          <a:lstStyle>
            <a:lvl1pPr marL="0" indent="0">
              <a:buNone/>
              <a:defRPr sz="1800" b="1" baseline="0">
                <a:solidFill>
                  <a:srgbClr val="960F68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s-ES" dirty="0"/>
              <a:t>Título (</a:t>
            </a:r>
            <a:r>
              <a:rPr lang="es-ES" dirty="0" err="1"/>
              <a:t>arial</a:t>
            </a:r>
            <a:r>
              <a:rPr lang="es-ES" dirty="0"/>
              <a:t> 18 </a:t>
            </a:r>
            <a:r>
              <a:rPr lang="es-ES" dirty="0" err="1"/>
              <a:t>bold</a:t>
            </a:r>
            <a:r>
              <a:rPr lang="es-ES" dirty="0"/>
              <a:t>)</a:t>
            </a:r>
          </a:p>
        </p:txBody>
      </p:sp>
      <p:sp>
        <p:nvSpPr>
          <p:cNvPr id="14" name="13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84213" y="2492375"/>
            <a:ext cx="5832475" cy="504577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="0" baseline="0">
                <a:solidFill>
                  <a:srgbClr val="969696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s-ES" dirty="0"/>
              <a:t>Subtítulo (</a:t>
            </a:r>
            <a:r>
              <a:rPr lang="es-ES" dirty="0" err="1"/>
              <a:t>arial</a:t>
            </a:r>
            <a:r>
              <a:rPr lang="es-ES" dirty="0"/>
              <a:t> 16, gris)</a:t>
            </a:r>
          </a:p>
        </p:txBody>
      </p:sp>
      <p:sp>
        <p:nvSpPr>
          <p:cNvPr id="16" name="15 Marcador de contenido"/>
          <p:cNvSpPr>
            <a:spLocks noGrp="1"/>
          </p:cNvSpPr>
          <p:nvPr>
            <p:ph sz="quarter" idx="15" hasCustomPrompt="1"/>
          </p:nvPr>
        </p:nvSpPr>
        <p:spPr>
          <a:xfrm>
            <a:off x="683568" y="2997200"/>
            <a:ext cx="5832648" cy="2879725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rgbClr val="50505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s-ES" dirty="0"/>
              <a:t>(</a:t>
            </a:r>
            <a:r>
              <a:rPr lang="es-ES" dirty="0" err="1"/>
              <a:t>arial</a:t>
            </a:r>
            <a:r>
              <a:rPr lang="es-ES" dirty="0"/>
              <a:t> 14, gris oscuro)</a:t>
            </a:r>
          </a:p>
          <a:p>
            <a:pPr lvl="0"/>
            <a:r>
              <a:rPr lang="es-ES" dirty="0" err="1"/>
              <a:t>Xxxxxxx</a:t>
            </a:r>
            <a:r>
              <a:rPr lang="es-ES" dirty="0"/>
              <a:t> </a:t>
            </a:r>
            <a:r>
              <a:rPr lang="es-ES" dirty="0" err="1"/>
              <a:t>xxxxxx</a:t>
            </a:r>
            <a:r>
              <a:rPr lang="es-ES" dirty="0"/>
              <a:t> </a:t>
            </a:r>
            <a:r>
              <a:rPr lang="es-ES" dirty="0" err="1"/>
              <a:t>xxxxx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51435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555DEA-4530-4101-B362-785BA849EADE}" type="datetimeFigureOut">
              <a:rPr lang="es-ES" smtClean="0"/>
              <a:t>28/05/2026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0061AB-E3E3-4B82-98B1-945D99ABF5F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3080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xStyles>
    <p:titleStyle>
      <a:lvl1pPr algn="ctr" defTabSz="914400" rtl="0" eaLnBrk="1" latinLnBrk="0" hangingPunct="1">
        <a:spcBef>
          <a:spcPct val="0"/>
        </a:spcBef>
        <a:buNone/>
        <a:defRPr sz="2400" kern="1200">
          <a:solidFill>
            <a:srgbClr val="505050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960F68"/>
        </a:buClr>
        <a:buFont typeface="+mj-lt"/>
        <a:buAutoNum type="arabicPeriod"/>
        <a:defRPr sz="1400" kern="1200">
          <a:solidFill>
            <a:srgbClr val="505050"/>
          </a:solidFill>
          <a:latin typeface="+mn-lt"/>
          <a:ea typeface="+mn-ea"/>
          <a:cs typeface="+mn-cs"/>
        </a:defRPr>
      </a:lvl1pPr>
      <a:lvl2pPr marL="857250" indent="-400050" algn="l" defTabSz="914400" rtl="0" eaLnBrk="1" latinLnBrk="0" hangingPunct="1">
        <a:spcBef>
          <a:spcPct val="20000"/>
        </a:spcBef>
        <a:buClr>
          <a:srgbClr val="960F68"/>
        </a:buClr>
        <a:buFont typeface="+mj-lt"/>
        <a:buAutoNum type="romanUcPeriod"/>
        <a:defRPr sz="1400" kern="1200">
          <a:solidFill>
            <a:srgbClr val="50505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969696"/>
        </a:buClr>
        <a:buFont typeface="Arial" pitchFamily="34" charset="0"/>
        <a:buChar char="•"/>
        <a:defRPr sz="1400" kern="1200">
          <a:solidFill>
            <a:srgbClr val="505050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rgbClr val="50505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rgbClr val="50505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555DEA-4530-4101-B362-785BA849EADE}" type="datetimeFigureOut">
              <a:rPr lang="es-ES" smtClean="0"/>
              <a:t>28/05/2026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0061AB-E3E3-4B82-98B1-945D99ABF5F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4362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5" r:id="rId2"/>
    <p:sldLayoutId id="2147483686" r:id="rId3"/>
    <p:sldLayoutId id="2147483687" r:id="rId4"/>
    <p:sldLayoutId id="2147483688" r:id="rId5"/>
    <p:sldLayoutId id="2147483692" r:id="rId6"/>
    <p:sldLayoutId id="2147483693" r:id="rId7"/>
    <p:sldLayoutId id="2147483689" r:id="rId8"/>
    <p:sldLayoutId id="2147483690" r:id="rId9"/>
  </p:sldLayoutIdLst>
  <p:txStyles>
    <p:titleStyle>
      <a:lvl1pPr algn="ctr" defTabSz="914400" rtl="0" eaLnBrk="1" latinLnBrk="0" hangingPunct="1">
        <a:spcBef>
          <a:spcPct val="0"/>
        </a:spcBef>
        <a:buNone/>
        <a:defRPr sz="2400" kern="1200">
          <a:solidFill>
            <a:srgbClr val="505050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960F68"/>
        </a:buClr>
        <a:buFont typeface="+mj-lt"/>
        <a:buAutoNum type="arabicPeriod"/>
        <a:defRPr sz="1400" kern="1200">
          <a:solidFill>
            <a:srgbClr val="505050"/>
          </a:solidFill>
          <a:latin typeface="+mn-lt"/>
          <a:ea typeface="+mn-ea"/>
          <a:cs typeface="+mn-cs"/>
        </a:defRPr>
      </a:lvl1pPr>
      <a:lvl2pPr marL="857250" indent="-400050" algn="l" defTabSz="914400" rtl="0" eaLnBrk="1" latinLnBrk="0" hangingPunct="1">
        <a:spcBef>
          <a:spcPct val="20000"/>
        </a:spcBef>
        <a:buClr>
          <a:srgbClr val="960F68"/>
        </a:buClr>
        <a:buFont typeface="Arial" pitchFamily="34" charset="0"/>
        <a:buChar char="•"/>
        <a:defRPr sz="1400" kern="1200">
          <a:solidFill>
            <a:srgbClr val="50505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960F68"/>
        </a:buClr>
        <a:buFont typeface="Arial" pitchFamily="34" charset="0"/>
        <a:buChar char="•"/>
        <a:defRPr sz="1400" kern="1200">
          <a:solidFill>
            <a:srgbClr val="505050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rgbClr val="50505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rgbClr val="50505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555DEA-4530-4101-B362-785BA849EADE}" type="datetimeFigureOut">
              <a:rPr lang="es-ES" smtClean="0"/>
              <a:t>28/05/2026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0061AB-E3E3-4B82-98B1-945D99ABF5F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71388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</p:sldLayoutIdLst>
  <p:txStyles>
    <p:titleStyle>
      <a:lvl1pPr algn="ctr" defTabSz="914400" rtl="0" eaLnBrk="1" latinLnBrk="0" hangingPunct="1">
        <a:spcBef>
          <a:spcPct val="0"/>
        </a:spcBef>
        <a:buNone/>
        <a:defRPr sz="2400" kern="1200">
          <a:solidFill>
            <a:srgbClr val="505050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960F68"/>
        </a:buClr>
        <a:buFont typeface="+mj-lt"/>
        <a:buAutoNum type="arabicPeriod"/>
        <a:defRPr sz="1400" kern="1200">
          <a:solidFill>
            <a:srgbClr val="505050"/>
          </a:solidFill>
          <a:latin typeface="+mn-lt"/>
          <a:ea typeface="+mn-ea"/>
          <a:cs typeface="+mn-cs"/>
        </a:defRPr>
      </a:lvl1pPr>
      <a:lvl2pPr marL="857250" indent="-400050" algn="l" defTabSz="914400" rtl="0" eaLnBrk="1" latinLnBrk="0" hangingPunct="1">
        <a:spcBef>
          <a:spcPct val="20000"/>
        </a:spcBef>
        <a:buClr>
          <a:srgbClr val="960F68"/>
        </a:buClr>
        <a:buFont typeface="+mj-lt"/>
        <a:buAutoNum type="romanUcPeriod"/>
        <a:defRPr sz="1400" kern="1200">
          <a:solidFill>
            <a:srgbClr val="50505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969696"/>
        </a:buClr>
        <a:buFont typeface="Arial" pitchFamily="34" charset="0"/>
        <a:buChar char="•"/>
        <a:defRPr sz="1400" kern="1200">
          <a:solidFill>
            <a:srgbClr val="505050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rgbClr val="50505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rgbClr val="50505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nf.ufpr.br/erlfilho/tutorials/spark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lamastex/scalable-data-science/tree/master/db/week2/02_SparkEssentials" TargetMode="External"/><Relationship Id="rId5" Type="http://schemas.openxmlformats.org/officeDocument/2006/relationships/hyperlink" Target="https://spark.apache.org/docs/1.6.1/api/python/pyspark.html" TargetMode="External"/><Relationship Id="rId4" Type="http://schemas.openxmlformats.org/officeDocument/2006/relationships/hyperlink" Target="https://www.ime.usp.br/~gold/cursos/2015/MAC5742/reports/ApacheSpark.pdf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b="1" dirty="0"/>
              <a:t>Programação Funcional</a:t>
            </a:r>
            <a:endParaRPr lang="es-ES" dirty="0"/>
          </a:p>
        </p:txBody>
      </p:sp>
      <p:sp>
        <p:nvSpPr>
          <p:cNvPr id="4" name="3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err="1"/>
              <a:t>Pyspark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43719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err="1"/>
              <a:t>Pyspark</a:t>
            </a:r>
            <a:r>
              <a:rPr lang="es-ES" dirty="0"/>
              <a:t> </a:t>
            </a:r>
            <a:r>
              <a:rPr lang="es-ES" dirty="0" err="1"/>
              <a:t>com</a:t>
            </a:r>
            <a:r>
              <a:rPr lang="es-ES" dirty="0"/>
              <a:t> RDD</a:t>
            </a:r>
          </a:p>
        </p:txBody>
      </p:sp>
      <p:sp>
        <p:nvSpPr>
          <p:cNvPr id="4" name="Subtítulo 3"/>
          <p:cNvSpPr>
            <a:spLocks noGrp="1"/>
          </p:cNvSpPr>
          <p:nvPr>
            <p:ph type="subTitle" idx="1"/>
          </p:nvPr>
        </p:nvSpPr>
        <p:spPr>
          <a:xfrm>
            <a:off x="317946" y="3573016"/>
            <a:ext cx="6846341" cy="1368152"/>
          </a:xfrm>
        </p:spPr>
        <p:txBody>
          <a:bodyPr>
            <a:normAutofit/>
          </a:bodyPr>
          <a:lstStyle/>
          <a:p>
            <a:pPr marL="342900" lvl="1" indent="-342900" algn="just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2200" b="1" dirty="0"/>
              <a:t>Conceitos</a:t>
            </a:r>
          </a:p>
          <a:p>
            <a:pPr marL="342900" lvl="1" indent="-342900" algn="just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2200" b="1" dirty="0"/>
              <a:t>Aplicações</a:t>
            </a:r>
          </a:p>
        </p:txBody>
      </p:sp>
    </p:spTree>
    <p:extLst>
      <p:ext uri="{BB962C8B-B14F-4D97-AF65-F5344CB8AC3E}">
        <p14:creationId xmlns:p14="http://schemas.microsoft.com/office/powerpoint/2010/main" val="700863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 err="1">
                <a:solidFill>
                  <a:schemeClr val="bg1"/>
                </a:solidFill>
              </a:rPr>
              <a:t>Spark</a:t>
            </a:r>
            <a:endParaRPr lang="pt-BR" sz="22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0" y="6587157"/>
            <a:ext cx="91590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00" dirty="0" err="1">
                <a:solidFill>
                  <a:srgbClr val="12020D"/>
                </a:solidFill>
              </a:rPr>
              <a:t>Fonte:https</a:t>
            </a:r>
            <a:r>
              <a:rPr lang="pt-BR" sz="1000" dirty="0">
                <a:solidFill>
                  <a:srgbClr val="12020D"/>
                </a:solidFill>
              </a:rPr>
              <a:t>://jaceklaskowski.gitbooks.io/</a:t>
            </a:r>
            <a:r>
              <a:rPr lang="pt-BR" sz="1000" dirty="0" err="1">
                <a:solidFill>
                  <a:srgbClr val="12020D"/>
                </a:solidFill>
              </a:rPr>
              <a:t>mastering</a:t>
            </a:r>
            <a:r>
              <a:rPr lang="pt-BR" sz="1000" dirty="0">
                <a:solidFill>
                  <a:srgbClr val="12020D"/>
                </a:solidFill>
              </a:rPr>
              <a:t>-apache-</a:t>
            </a:r>
            <a:r>
              <a:rPr lang="pt-BR" sz="1000" dirty="0" err="1">
                <a:solidFill>
                  <a:srgbClr val="12020D"/>
                </a:solidFill>
              </a:rPr>
              <a:t>spark</a:t>
            </a:r>
            <a:r>
              <a:rPr lang="pt-BR" sz="1000" dirty="0">
                <a:solidFill>
                  <a:srgbClr val="12020D"/>
                </a:solidFill>
              </a:rPr>
              <a:t>/</a:t>
            </a:r>
            <a:r>
              <a:rPr lang="pt-BR" sz="1000" dirty="0" err="1">
                <a:solidFill>
                  <a:srgbClr val="12020D"/>
                </a:solidFill>
              </a:rPr>
              <a:t>images</a:t>
            </a:r>
            <a:r>
              <a:rPr lang="pt-BR" sz="1000" dirty="0">
                <a:solidFill>
                  <a:srgbClr val="12020D"/>
                </a:solidFill>
              </a:rPr>
              <a:t>/sparkapp-sparkcontext-master-slaves.png</a:t>
            </a:r>
          </a:p>
        </p:txBody>
      </p:sp>
      <p:sp>
        <p:nvSpPr>
          <p:cNvPr id="7" name="4 Marcador de texto"/>
          <p:cNvSpPr>
            <a:spLocks noGrp="1"/>
          </p:cNvSpPr>
          <p:nvPr>
            <p:ph type="body" sz="quarter" idx="4294967295"/>
          </p:nvPr>
        </p:nvSpPr>
        <p:spPr>
          <a:xfrm>
            <a:off x="183841" y="1834629"/>
            <a:ext cx="8280920" cy="475252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2200" b="1" dirty="0"/>
              <a:t>Processamento Distribuído</a:t>
            </a:r>
          </a:p>
          <a:p>
            <a:pPr marL="571500" lvl="2" indent="-285750" algn="just">
              <a:spcBef>
                <a:spcPts val="300"/>
              </a:spcBef>
              <a:defRPr/>
            </a:pPr>
            <a:r>
              <a:rPr lang="pt-BR" sz="2200" dirty="0"/>
              <a:t>Master/</a:t>
            </a:r>
            <a:r>
              <a:rPr lang="pt-BR" sz="2200" dirty="0" err="1"/>
              <a:t>Slave</a:t>
            </a:r>
            <a:endParaRPr lang="pt-BR" sz="2200" dirty="0"/>
          </a:p>
          <a:p>
            <a:pPr marL="1028700" lvl="3" indent="-285750" algn="just">
              <a:spcBef>
                <a:spcPts val="300"/>
              </a:spcBef>
              <a:defRPr/>
            </a:pPr>
            <a:r>
              <a:rPr lang="pt-BR" sz="2200" dirty="0"/>
              <a:t>Master (Driver)</a:t>
            </a:r>
          </a:p>
          <a:p>
            <a:pPr marL="1028700" lvl="3" indent="-285750" algn="just">
              <a:spcBef>
                <a:spcPts val="300"/>
              </a:spcBef>
              <a:defRPr/>
            </a:pPr>
            <a:r>
              <a:rPr lang="pt-BR" sz="2200" dirty="0" err="1"/>
              <a:t>Slaves</a:t>
            </a:r>
            <a:r>
              <a:rPr lang="pt-BR" sz="2200" dirty="0"/>
              <a:t> (</a:t>
            </a:r>
            <a:r>
              <a:rPr lang="pt-BR" sz="2200" dirty="0" err="1"/>
              <a:t>Workers</a:t>
            </a:r>
            <a:r>
              <a:rPr lang="pt-BR" sz="2200" dirty="0"/>
              <a:t>)</a:t>
            </a:r>
          </a:p>
          <a:p>
            <a:pPr marL="571500" lvl="2" indent="-285750" algn="just">
              <a:spcBef>
                <a:spcPts val="300"/>
              </a:spcBef>
              <a:defRPr/>
            </a:pPr>
            <a:endParaRPr lang="pt-BR" sz="2200" dirty="0"/>
          </a:p>
          <a:p>
            <a:pPr marL="285750" lvl="2" indent="0" algn="just">
              <a:spcBef>
                <a:spcPts val="300"/>
              </a:spcBef>
              <a:buNone/>
              <a:defRPr/>
            </a:pPr>
            <a:endParaRPr lang="pt-BR" sz="2200" dirty="0"/>
          </a:p>
          <a:p>
            <a:pPr marL="2857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2200" b="1" dirty="0"/>
              <a:t>Stand </a:t>
            </a:r>
            <a:r>
              <a:rPr lang="pt-BR" sz="2200" b="1" dirty="0" err="1"/>
              <a:t>Alone</a:t>
            </a:r>
            <a:r>
              <a:rPr lang="pt-BR" sz="2200" b="1" dirty="0"/>
              <a:t> / </a:t>
            </a:r>
            <a:r>
              <a:rPr lang="pt-BR" sz="2200" b="1" dirty="0" err="1"/>
              <a:t>Yarn</a:t>
            </a:r>
            <a:endParaRPr lang="pt-BR" sz="2200" b="1" dirty="0"/>
          </a:p>
          <a:p>
            <a:pPr marL="571500" lvl="2" indent="-285750" algn="just">
              <a:spcBef>
                <a:spcPts val="300"/>
              </a:spcBef>
              <a:defRPr/>
            </a:pPr>
            <a:r>
              <a:rPr lang="pt-BR" sz="2200" dirty="0"/>
              <a:t>Pode rodar sozinho</a:t>
            </a:r>
          </a:p>
          <a:p>
            <a:pPr marL="571500" lvl="2" indent="-285750" algn="just">
              <a:spcBef>
                <a:spcPts val="300"/>
              </a:spcBef>
              <a:defRPr/>
            </a:pPr>
            <a:r>
              <a:rPr lang="pt-BR" sz="2200" dirty="0"/>
              <a:t>Poder ser orquestrado via </a:t>
            </a:r>
            <a:r>
              <a:rPr lang="pt-BR" sz="2200" dirty="0" err="1"/>
              <a:t>Yarn</a:t>
            </a:r>
            <a:endParaRPr lang="pt-BR" sz="2200" dirty="0"/>
          </a:p>
          <a:p>
            <a:pPr marL="2857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endParaRPr lang="pt-BR" sz="2200" b="1" dirty="0"/>
          </a:p>
        </p:txBody>
      </p:sp>
      <p:pic>
        <p:nvPicPr>
          <p:cNvPr id="1028" name="Picture 4" descr="Resultado de imagem para spark architectur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1340768"/>
            <a:ext cx="4679328" cy="4440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8810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 err="1">
                <a:solidFill>
                  <a:schemeClr val="bg1"/>
                </a:solidFill>
              </a:rPr>
              <a:t>Spark</a:t>
            </a:r>
            <a:r>
              <a:rPr lang="pt-BR" sz="2200" b="1" dirty="0">
                <a:solidFill>
                  <a:schemeClr val="bg1"/>
                </a:solidFill>
              </a:rPr>
              <a:t> – </a:t>
            </a:r>
            <a:r>
              <a:rPr lang="pt-BR" sz="2200" b="1" dirty="0" err="1">
                <a:solidFill>
                  <a:schemeClr val="bg1"/>
                </a:solidFill>
              </a:rPr>
              <a:t>On</a:t>
            </a:r>
            <a:r>
              <a:rPr lang="pt-BR" sz="2200" b="1" dirty="0">
                <a:solidFill>
                  <a:schemeClr val="bg1"/>
                </a:solidFill>
              </a:rPr>
              <a:t> </a:t>
            </a:r>
            <a:r>
              <a:rPr lang="pt-BR" sz="2200" b="1" dirty="0" err="1">
                <a:solidFill>
                  <a:schemeClr val="bg1"/>
                </a:solidFill>
              </a:rPr>
              <a:t>Yarn</a:t>
            </a:r>
            <a:endParaRPr lang="pt-BR" sz="22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7770500" y="6587157"/>
            <a:ext cx="13885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>
                <a:solidFill>
                  <a:srgbClr val="12020D"/>
                </a:solidFill>
              </a:rPr>
              <a:t>Fonte: Borges (2010)</a:t>
            </a:r>
          </a:p>
        </p:txBody>
      </p:sp>
      <p:pic>
        <p:nvPicPr>
          <p:cNvPr id="2050" name="Picture 2" descr="https://media.licdn.com/mpr/mpr/AAEAAQAAAAAAAAuFAAAAJDE3ZTdlMzU5LTZhNDEtNDY5Yi1hYTM2LWY4NTRjYjIwYzhkZA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8" r="9966"/>
          <a:stretch/>
        </p:blipFill>
        <p:spPr bwMode="auto">
          <a:xfrm>
            <a:off x="539552" y="1196752"/>
            <a:ext cx="8223274" cy="5256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3117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 err="1">
                <a:solidFill>
                  <a:schemeClr val="bg1"/>
                </a:solidFill>
              </a:rPr>
              <a:t>Spark</a:t>
            </a:r>
            <a:r>
              <a:rPr lang="pt-BR" sz="2200" b="1" dirty="0">
                <a:solidFill>
                  <a:schemeClr val="bg1"/>
                </a:solidFill>
              </a:rPr>
              <a:t> - RDD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0" y="6587157"/>
            <a:ext cx="91590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00" dirty="0">
                <a:solidFill>
                  <a:srgbClr val="12020D"/>
                </a:solidFill>
              </a:rPr>
              <a:t>Fonte: http://www.inf.ufpr.br/erlfilho/tutorials/spark/</a:t>
            </a:r>
          </a:p>
        </p:txBody>
      </p:sp>
      <p:sp>
        <p:nvSpPr>
          <p:cNvPr id="7" name="4 Marcador de texto"/>
          <p:cNvSpPr>
            <a:spLocks noGrp="1"/>
          </p:cNvSpPr>
          <p:nvPr>
            <p:ph type="body" sz="quarter" idx="4294967295"/>
          </p:nvPr>
        </p:nvSpPr>
        <p:spPr>
          <a:xfrm>
            <a:off x="183841" y="1834629"/>
            <a:ext cx="5246695" cy="475252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2200" b="1" dirty="0"/>
              <a:t>RDD</a:t>
            </a:r>
          </a:p>
          <a:p>
            <a:pPr marL="571500" lvl="2" indent="-285750" algn="just">
              <a:spcBef>
                <a:spcPts val="300"/>
              </a:spcBef>
              <a:defRPr/>
            </a:pPr>
            <a:r>
              <a:rPr lang="pt-BR" sz="2400" dirty="0"/>
              <a:t>Um </a:t>
            </a:r>
            <a:r>
              <a:rPr lang="pt-BR" sz="2400" i="1" dirty="0"/>
              <a:t>RDD (</a:t>
            </a:r>
            <a:r>
              <a:rPr lang="pt-BR" sz="2400" i="1" dirty="0" err="1"/>
              <a:t>Resilient</a:t>
            </a:r>
            <a:r>
              <a:rPr lang="pt-BR" sz="2400" i="1" dirty="0"/>
              <a:t> </a:t>
            </a:r>
            <a:r>
              <a:rPr lang="pt-BR" sz="2400" i="1" dirty="0" err="1"/>
              <a:t>Distributed</a:t>
            </a:r>
            <a:r>
              <a:rPr lang="pt-BR" sz="2400" i="1" dirty="0"/>
              <a:t> </a:t>
            </a:r>
            <a:r>
              <a:rPr lang="pt-BR" sz="2400" i="1" dirty="0" err="1"/>
              <a:t>Dataset</a:t>
            </a:r>
            <a:r>
              <a:rPr lang="pt-BR" sz="2400" i="1" dirty="0"/>
              <a:t>)</a:t>
            </a:r>
            <a:r>
              <a:rPr lang="pt-BR" sz="2400" dirty="0"/>
              <a:t> é a primeira abstração fornecida pelo </a:t>
            </a:r>
            <a:r>
              <a:rPr lang="pt-BR" sz="2400" dirty="0" err="1"/>
              <a:t>Spark</a:t>
            </a:r>
            <a:r>
              <a:rPr lang="pt-BR" sz="2400" dirty="0"/>
              <a:t> para a manipulação de dados. É uma representação de um dado distribuído pelos nodos do cluster que pode ser operado em paralelo. </a:t>
            </a:r>
            <a:r>
              <a:rPr lang="pt-BR" sz="2400" dirty="0" err="1"/>
              <a:t>RDDs</a:t>
            </a:r>
            <a:r>
              <a:rPr lang="pt-BR" sz="2400" dirty="0"/>
              <a:t> podem ser criados a partir de arquivos no HDFS ou de coleções</a:t>
            </a:r>
            <a:endParaRPr lang="pt-BR" sz="2200" b="1" dirty="0"/>
          </a:p>
        </p:txBody>
      </p:sp>
      <p:pic>
        <p:nvPicPr>
          <p:cNvPr id="3074" name="Picture 2" descr="Resultado de imagem para rdd spar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4101" y="2217375"/>
            <a:ext cx="3381356" cy="3277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2688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 err="1">
                <a:solidFill>
                  <a:schemeClr val="bg1"/>
                </a:solidFill>
              </a:rPr>
              <a:t>Spark</a:t>
            </a:r>
            <a:r>
              <a:rPr lang="pt-BR" sz="2200" b="1" dirty="0">
                <a:solidFill>
                  <a:schemeClr val="bg1"/>
                </a:solidFill>
              </a:rPr>
              <a:t> - RDD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0" y="6587157"/>
            <a:ext cx="91590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00" dirty="0">
                <a:solidFill>
                  <a:srgbClr val="12020D"/>
                </a:solidFill>
              </a:rPr>
              <a:t>Fonte: https://pt.slideshare.net/sparkInstructor/apache-spark-rdd-101</a:t>
            </a:r>
          </a:p>
        </p:txBody>
      </p:sp>
      <p:pic>
        <p:nvPicPr>
          <p:cNvPr id="5122" name="Picture 2" descr="https://image.slidesharecdn.com/youtubespk-141216130447-conversion-gate02/95/apache-spark-rdd-101-3-638.jpg?cb=1418735466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058" r="29980" b="7343"/>
          <a:stretch/>
        </p:blipFill>
        <p:spPr bwMode="auto">
          <a:xfrm>
            <a:off x="1325611" y="1768022"/>
            <a:ext cx="6507800" cy="3744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5925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 err="1">
                <a:solidFill>
                  <a:schemeClr val="bg1"/>
                </a:solidFill>
              </a:rPr>
              <a:t>Spark</a:t>
            </a:r>
            <a:r>
              <a:rPr lang="pt-BR" sz="2200" b="1" dirty="0">
                <a:solidFill>
                  <a:schemeClr val="bg1"/>
                </a:solidFill>
              </a:rPr>
              <a:t> - RDD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0" y="6587157"/>
            <a:ext cx="91590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00" dirty="0">
                <a:solidFill>
                  <a:srgbClr val="12020D"/>
                </a:solidFill>
              </a:rPr>
              <a:t>Fonte: </a:t>
            </a:r>
            <a:r>
              <a:rPr lang="en-US" sz="1000" dirty="0">
                <a:solidFill>
                  <a:srgbClr val="12020D"/>
                </a:solidFill>
              </a:rPr>
              <a:t>Bill Chambers; </a:t>
            </a:r>
            <a:r>
              <a:rPr lang="en-US" sz="1000" dirty="0" err="1">
                <a:solidFill>
                  <a:srgbClr val="12020D"/>
                </a:solidFill>
              </a:rPr>
              <a:t>Matei</a:t>
            </a:r>
            <a:r>
              <a:rPr lang="en-US" sz="1000" dirty="0">
                <a:solidFill>
                  <a:srgbClr val="12020D"/>
                </a:solidFill>
              </a:rPr>
              <a:t> </a:t>
            </a:r>
            <a:r>
              <a:rPr lang="en-US" sz="1000" dirty="0" err="1">
                <a:solidFill>
                  <a:srgbClr val="12020D"/>
                </a:solidFill>
              </a:rPr>
              <a:t>Zaharia</a:t>
            </a:r>
            <a:r>
              <a:rPr lang="en-US" sz="1000" dirty="0">
                <a:solidFill>
                  <a:srgbClr val="12020D"/>
                </a:solidFill>
              </a:rPr>
              <a:t>: Spark: The Definitive Guide. O'Reilly Media, 2017</a:t>
            </a:r>
            <a:endParaRPr lang="pt-BR" sz="1000" dirty="0">
              <a:solidFill>
                <a:srgbClr val="12020D"/>
              </a:solidFill>
            </a:endParaRPr>
          </a:p>
        </p:txBody>
      </p:sp>
      <p:pic>
        <p:nvPicPr>
          <p:cNvPr id="6146" name="Picture 2" descr="figure-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268760"/>
            <a:ext cx="6665184" cy="4417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8268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 err="1">
                <a:solidFill>
                  <a:schemeClr val="bg1"/>
                </a:solidFill>
              </a:rPr>
              <a:t>Spark</a:t>
            </a:r>
            <a:r>
              <a:rPr lang="pt-BR" sz="2200" b="1" dirty="0">
                <a:solidFill>
                  <a:schemeClr val="bg1"/>
                </a:solidFill>
              </a:rPr>
              <a:t> - RDD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0" y="6587157"/>
            <a:ext cx="91590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00" dirty="0">
                <a:solidFill>
                  <a:srgbClr val="12020D"/>
                </a:solidFill>
              </a:rPr>
              <a:t>Fonte: https://www.ime.usp.br/~gold/cursos/2015/MAC5742/reports/ApacheSpark.pdf</a:t>
            </a:r>
          </a:p>
        </p:txBody>
      </p:sp>
      <p:sp>
        <p:nvSpPr>
          <p:cNvPr id="7" name="4 Marcador de texto"/>
          <p:cNvSpPr>
            <a:spLocks noGrp="1"/>
          </p:cNvSpPr>
          <p:nvPr>
            <p:ph type="body" sz="quarter" idx="4294967295"/>
          </p:nvPr>
        </p:nvSpPr>
        <p:spPr>
          <a:xfrm>
            <a:off x="183841" y="1834629"/>
            <a:ext cx="4604183" cy="475252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2000" b="1" dirty="0"/>
              <a:t>RDD</a:t>
            </a:r>
          </a:p>
          <a:p>
            <a:pPr marL="571500" lvl="2" indent="-285750" algn="just">
              <a:spcBef>
                <a:spcPts val="300"/>
              </a:spcBef>
              <a:defRPr/>
            </a:pPr>
            <a:r>
              <a:rPr lang="pt-BR" sz="2000" dirty="0"/>
              <a:t>Particionados automaticamente em todo cluster</a:t>
            </a:r>
          </a:p>
          <a:p>
            <a:pPr marL="571500" lvl="2" indent="-285750" algn="just">
              <a:spcBef>
                <a:spcPts val="300"/>
              </a:spcBef>
              <a:defRPr/>
            </a:pPr>
            <a:r>
              <a:rPr lang="pt-BR" sz="2000" dirty="0"/>
              <a:t>Podem armazenar qualquer tipo de dado</a:t>
            </a:r>
          </a:p>
          <a:p>
            <a:pPr marL="571500" lvl="2" indent="-285750" algn="just">
              <a:spcBef>
                <a:spcPts val="300"/>
              </a:spcBef>
              <a:defRPr/>
            </a:pPr>
            <a:r>
              <a:rPr lang="pt-BR" sz="2000" dirty="0"/>
              <a:t>Ainda possuem outras características, como o </a:t>
            </a:r>
            <a:r>
              <a:rPr lang="pt-BR" sz="2000" dirty="0" err="1"/>
              <a:t>Pair</a:t>
            </a:r>
            <a:r>
              <a:rPr lang="pt-BR" sz="2000" dirty="0"/>
              <a:t> </a:t>
            </a:r>
            <a:r>
              <a:rPr lang="pt-BR" sz="2000" dirty="0" err="1"/>
              <a:t>RDD’s</a:t>
            </a:r>
            <a:r>
              <a:rPr lang="pt-BR" sz="2000" dirty="0"/>
              <a:t>, que armazenam na forma de chave valor</a:t>
            </a:r>
          </a:p>
          <a:p>
            <a:pPr marL="571500" lvl="2" indent="-285750" algn="just">
              <a:spcBef>
                <a:spcPts val="300"/>
              </a:spcBef>
              <a:defRPr/>
            </a:pPr>
            <a:r>
              <a:rPr lang="pt-BR" sz="2000" dirty="0"/>
              <a:t>Possuem Double </a:t>
            </a:r>
            <a:r>
              <a:rPr lang="pt-BR" sz="2000" dirty="0" err="1"/>
              <a:t>RDD’s</a:t>
            </a:r>
            <a:r>
              <a:rPr lang="pt-BR" sz="2000" dirty="0"/>
              <a:t>, que armazenam dados numéricos</a:t>
            </a:r>
          </a:p>
          <a:p>
            <a:pPr marL="571500" lvl="2" indent="-285750" algn="just">
              <a:spcBef>
                <a:spcPts val="300"/>
              </a:spcBef>
              <a:defRPr/>
            </a:pPr>
            <a:r>
              <a:rPr lang="pt-BR" sz="2000" dirty="0"/>
              <a:t>As operações em RDD são divididas em dois tipos, de transformação e de ação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7514" y="2739877"/>
            <a:ext cx="3912018" cy="191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381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 err="1">
                <a:solidFill>
                  <a:schemeClr val="bg1"/>
                </a:solidFill>
              </a:rPr>
              <a:t>Spark</a:t>
            </a:r>
            <a:r>
              <a:rPr lang="pt-BR" sz="2200" b="1" dirty="0">
                <a:solidFill>
                  <a:schemeClr val="bg1"/>
                </a:solidFill>
              </a:rPr>
              <a:t> - RDD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0" y="6587157"/>
            <a:ext cx="91590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00" dirty="0">
                <a:solidFill>
                  <a:srgbClr val="12020D"/>
                </a:solidFill>
              </a:rPr>
              <a:t>Fonte: https://www.ime.usp.br/~gold/cursos/2015/MAC5742/reports/ApacheSpark.pdf</a:t>
            </a:r>
          </a:p>
        </p:txBody>
      </p:sp>
      <p:sp>
        <p:nvSpPr>
          <p:cNvPr id="7" name="4 Marcador de texto"/>
          <p:cNvSpPr>
            <a:spLocks noGrp="1"/>
          </p:cNvSpPr>
          <p:nvPr>
            <p:ph type="body" sz="quarter" idx="4294967295"/>
          </p:nvPr>
        </p:nvSpPr>
        <p:spPr>
          <a:xfrm>
            <a:off x="183841" y="1834629"/>
            <a:ext cx="4604183" cy="475252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2000" b="1" dirty="0"/>
              <a:t>Operações de Transformação</a:t>
            </a:r>
          </a:p>
          <a:p>
            <a:pPr marL="571500" lvl="2" indent="-285750" algn="just">
              <a:spcBef>
                <a:spcPts val="300"/>
              </a:spcBef>
              <a:defRPr/>
            </a:pPr>
            <a:r>
              <a:rPr lang="pt-BR" sz="2000" dirty="0"/>
              <a:t>operações de transformação retornam um novo (</a:t>
            </a:r>
            <a:r>
              <a:rPr lang="pt-BR" sz="2000" dirty="0" err="1"/>
              <a:t>map</a:t>
            </a:r>
            <a:r>
              <a:rPr lang="pt-BR" sz="2000" dirty="0"/>
              <a:t>, </a:t>
            </a:r>
            <a:r>
              <a:rPr lang="pt-BR" sz="2000" dirty="0" err="1"/>
              <a:t>filter</a:t>
            </a:r>
            <a:r>
              <a:rPr lang="pt-BR" sz="2000" dirty="0"/>
              <a:t>, </a:t>
            </a:r>
            <a:r>
              <a:rPr lang="pt-BR" sz="2000" dirty="0" err="1"/>
              <a:t>mapPartition</a:t>
            </a:r>
            <a:r>
              <a:rPr lang="pt-BR" sz="2000" dirty="0"/>
              <a:t>, </a:t>
            </a:r>
            <a:r>
              <a:rPr lang="pt-BR" sz="2000" dirty="0" err="1"/>
              <a:t>union</a:t>
            </a:r>
            <a:r>
              <a:rPr lang="pt-BR" sz="2000" dirty="0"/>
              <a:t>, coalesce)</a:t>
            </a:r>
          </a:p>
          <a:p>
            <a:pPr marL="571500" lvl="2" indent="-285750" algn="just">
              <a:spcBef>
                <a:spcPts val="300"/>
              </a:spcBef>
              <a:defRPr/>
            </a:pPr>
            <a:endParaRPr lang="pt-BR" sz="2000" dirty="0"/>
          </a:p>
          <a:p>
            <a:pPr marL="571500" lvl="2" indent="-285750" algn="just">
              <a:spcBef>
                <a:spcPts val="300"/>
              </a:spcBef>
              <a:defRPr/>
            </a:pPr>
            <a:endParaRPr lang="pt-BR" sz="2000" dirty="0"/>
          </a:p>
          <a:p>
            <a:pPr marL="2857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2000" b="1" dirty="0"/>
              <a:t>Operações de Ação</a:t>
            </a:r>
          </a:p>
          <a:p>
            <a:pPr marL="571500" lvl="2" indent="-285750" algn="just">
              <a:spcBef>
                <a:spcPts val="300"/>
              </a:spcBef>
              <a:defRPr/>
            </a:pPr>
            <a:r>
              <a:rPr lang="pt-BR" sz="2000" dirty="0"/>
              <a:t>operações de ação retornam um resultado para o driver ou escreve na camada de armazenamento (</a:t>
            </a:r>
            <a:r>
              <a:rPr lang="pt-BR" sz="2000" dirty="0" err="1"/>
              <a:t>reduce</a:t>
            </a:r>
            <a:r>
              <a:rPr lang="pt-BR" sz="2000" dirty="0"/>
              <a:t>, </a:t>
            </a:r>
            <a:r>
              <a:rPr lang="pt-BR" sz="2000" dirty="0" err="1"/>
              <a:t>take</a:t>
            </a:r>
            <a:r>
              <a:rPr lang="pt-BR" sz="2000" dirty="0"/>
              <a:t>, </a:t>
            </a:r>
            <a:r>
              <a:rPr lang="pt-BR" sz="2000" dirty="0" err="1"/>
              <a:t>collect</a:t>
            </a:r>
            <a:r>
              <a:rPr lang="pt-BR" sz="2000" dirty="0"/>
              <a:t>, </a:t>
            </a:r>
            <a:endParaRPr lang="pt-BR" sz="2000" b="1" dirty="0"/>
          </a:p>
          <a:p>
            <a:pPr marL="571500" lvl="2" indent="-285750" algn="just">
              <a:spcBef>
                <a:spcPts val="300"/>
              </a:spcBef>
              <a:defRPr/>
            </a:pPr>
            <a:endParaRPr lang="pt-BR" sz="2000" dirty="0"/>
          </a:p>
        </p:txBody>
      </p:sp>
      <p:pic>
        <p:nvPicPr>
          <p:cNvPr id="8194" name="Picture 2" descr="Action vs Transformati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594" y="2224689"/>
            <a:ext cx="3609618" cy="2916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0098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err="1"/>
              <a:t>Pyspark</a:t>
            </a:r>
            <a:r>
              <a:rPr lang="es-ES" dirty="0"/>
              <a:t> </a:t>
            </a:r>
            <a:r>
              <a:rPr lang="es-ES" dirty="0" err="1"/>
              <a:t>com</a:t>
            </a:r>
            <a:r>
              <a:rPr lang="es-ES" dirty="0"/>
              <a:t> RDD</a:t>
            </a:r>
          </a:p>
        </p:txBody>
      </p:sp>
      <p:sp>
        <p:nvSpPr>
          <p:cNvPr id="4" name="Subtítulo 3"/>
          <p:cNvSpPr>
            <a:spLocks noGrp="1"/>
          </p:cNvSpPr>
          <p:nvPr>
            <p:ph type="subTitle" idx="1"/>
          </p:nvPr>
        </p:nvSpPr>
        <p:spPr>
          <a:xfrm>
            <a:off x="317946" y="3573016"/>
            <a:ext cx="6846341" cy="1368152"/>
          </a:xfrm>
        </p:spPr>
        <p:txBody>
          <a:bodyPr>
            <a:normAutofit/>
          </a:bodyPr>
          <a:lstStyle/>
          <a:p>
            <a:pPr marL="342900" lvl="1" indent="-342900" algn="just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2200" b="1" dirty="0"/>
              <a:t>Operações sobre RDD</a:t>
            </a:r>
          </a:p>
        </p:txBody>
      </p:sp>
    </p:spTree>
    <p:extLst>
      <p:ext uri="{BB962C8B-B14F-4D97-AF65-F5344CB8AC3E}">
        <p14:creationId xmlns:p14="http://schemas.microsoft.com/office/powerpoint/2010/main" val="1945365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 err="1">
                <a:solidFill>
                  <a:schemeClr val="bg1"/>
                </a:solidFill>
              </a:rPr>
              <a:t>Spark</a:t>
            </a:r>
            <a:r>
              <a:rPr lang="pt-BR" sz="2200" b="1" dirty="0">
                <a:solidFill>
                  <a:schemeClr val="bg1"/>
                </a:solidFill>
              </a:rPr>
              <a:t> - RDD</a:t>
            </a:r>
          </a:p>
        </p:txBody>
      </p:sp>
      <p:sp>
        <p:nvSpPr>
          <p:cNvPr id="7" name="4 Marcador de texto"/>
          <p:cNvSpPr>
            <a:spLocks noGrp="1"/>
          </p:cNvSpPr>
          <p:nvPr>
            <p:ph type="body" sz="quarter" idx="4294967295"/>
          </p:nvPr>
        </p:nvSpPr>
        <p:spPr>
          <a:xfrm>
            <a:off x="183841" y="1834629"/>
            <a:ext cx="8420607" cy="475252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2200" b="1" dirty="0"/>
              <a:t>Fonte das funções apresentadas</a:t>
            </a:r>
          </a:p>
          <a:p>
            <a:pPr marL="571500" lvl="2" indent="-285750" algn="just">
              <a:spcBef>
                <a:spcPts val="300"/>
              </a:spcBef>
              <a:defRPr/>
            </a:pPr>
            <a:r>
              <a:rPr lang="pt-BR" sz="2400" dirty="0">
                <a:hlinkClick r:id="rId3"/>
              </a:rPr>
              <a:t>http://www.inf.ufpr.br/erlfilho/tutorials/spark/</a:t>
            </a:r>
            <a:endParaRPr lang="pt-BR" sz="2400" dirty="0"/>
          </a:p>
          <a:p>
            <a:pPr marL="285750" lvl="2" indent="0" algn="just">
              <a:spcBef>
                <a:spcPts val="300"/>
              </a:spcBef>
              <a:buNone/>
              <a:defRPr/>
            </a:pPr>
            <a:endParaRPr lang="pt-BR" sz="2400" dirty="0"/>
          </a:p>
          <a:p>
            <a:pPr marL="571500" lvl="2" indent="-285750" algn="just">
              <a:spcBef>
                <a:spcPts val="300"/>
              </a:spcBef>
              <a:defRPr/>
            </a:pPr>
            <a:r>
              <a:rPr lang="pt-BR" sz="2200" dirty="0">
                <a:hlinkClick r:id="rId4"/>
              </a:rPr>
              <a:t>https://www.ime.usp.br/~gold/cursos/2015/MAC5742/reports/ApacheSpark.pdf</a:t>
            </a:r>
            <a:endParaRPr lang="pt-BR" sz="2200" dirty="0"/>
          </a:p>
          <a:p>
            <a:pPr marL="285750" lvl="2" indent="0" algn="just">
              <a:spcBef>
                <a:spcPts val="300"/>
              </a:spcBef>
              <a:buNone/>
              <a:defRPr/>
            </a:pPr>
            <a:endParaRPr lang="pt-BR" sz="2200" dirty="0"/>
          </a:p>
          <a:p>
            <a:pPr marL="571500" lvl="2" indent="-285750" algn="just">
              <a:spcBef>
                <a:spcPts val="300"/>
              </a:spcBef>
              <a:defRPr/>
            </a:pPr>
            <a:r>
              <a:rPr lang="pt-BR" sz="2200" dirty="0">
                <a:hlinkClick r:id="rId5"/>
              </a:rPr>
              <a:t>https://spark.apache.org/docs/1.6.1/api/python/pyspark.html</a:t>
            </a:r>
            <a:endParaRPr lang="pt-BR" sz="2200" dirty="0"/>
          </a:p>
          <a:p>
            <a:pPr marL="285750" lvl="2" indent="0" algn="just">
              <a:spcBef>
                <a:spcPts val="300"/>
              </a:spcBef>
              <a:buNone/>
              <a:defRPr/>
            </a:pPr>
            <a:endParaRPr lang="pt-BR" sz="2200" dirty="0"/>
          </a:p>
          <a:p>
            <a:pPr marL="571500" lvl="2" indent="-285750" algn="just">
              <a:spcBef>
                <a:spcPts val="300"/>
              </a:spcBef>
              <a:defRPr/>
            </a:pPr>
            <a:r>
              <a:rPr lang="pt-BR" sz="2200" dirty="0">
                <a:hlinkClick r:id="rId6"/>
              </a:rPr>
              <a:t>https://github.com/lamastex/scalable-data-science/tree/master/db/week2/02_SparkEssentials</a:t>
            </a:r>
            <a:endParaRPr lang="pt-BR" sz="2200" dirty="0"/>
          </a:p>
          <a:p>
            <a:pPr marL="571500" lvl="2" indent="-285750" algn="just">
              <a:spcBef>
                <a:spcPts val="300"/>
              </a:spcBef>
              <a:defRPr/>
            </a:pPr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3998699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>
                <a:solidFill>
                  <a:schemeClr val="bg1"/>
                </a:solidFill>
              </a:rPr>
              <a:t>RDD - Criação</a:t>
            </a:r>
          </a:p>
        </p:txBody>
      </p:sp>
      <p:sp>
        <p:nvSpPr>
          <p:cNvPr id="6" name="4 Marcador de texto"/>
          <p:cNvSpPr>
            <a:spLocks noGrp="1"/>
          </p:cNvSpPr>
          <p:nvPr>
            <p:ph type="body" sz="quarter" idx="4294967295"/>
          </p:nvPr>
        </p:nvSpPr>
        <p:spPr>
          <a:xfrm>
            <a:off x="179512" y="1124744"/>
            <a:ext cx="8420607" cy="50405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1" indent="0" algn="just">
              <a:spcBef>
                <a:spcPts val="300"/>
              </a:spcBef>
              <a:buNone/>
              <a:defRPr/>
            </a:pPr>
            <a:r>
              <a:rPr lang="pt-BR" sz="2200" b="1" dirty="0"/>
              <a:t>Criando um RDD</a:t>
            </a:r>
            <a:endParaRPr lang="pt-BR" sz="220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879" y="2132856"/>
            <a:ext cx="8056240" cy="195704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780" y="4607543"/>
            <a:ext cx="8561075" cy="1359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181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>
                <a:solidFill>
                  <a:schemeClr val="bg1"/>
                </a:solidFill>
              </a:rPr>
              <a:t>RDD - Criação</a:t>
            </a:r>
          </a:p>
        </p:txBody>
      </p:sp>
      <p:sp>
        <p:nvSpPr>
          <p:cNvPr id="6" name="4 Marcador de texto"/>
          <p:cNvSpPr>
            <a:spLocks noGrp="1"/>
          </p:cNvSpPr>
          <p:nvPr>
            <p:ph type="body" sz="quarter" idx="4294967295"/>
          </p:nvPr>
        </p:nvSpPr>
        <p:spPr>
          <a:xfrm>
            <a:off x="179512" y="1124744"/>
            <a:ext cx="8420607" cy="50405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1" indent="0" algn="just">
              <a:spcBef>
                <a:spcPts val="300"/>
              </a:spcBef>
              <a:buNone/>
              <a:defRPr/>
            </a:pPr>
            <a:r>
              <a:rPr lang="pt-BR" sz="2200" b="1" dirty="0"/>
              <a:t>Criando um RDD</a:t>
            </a:r>
            <a:endParaRPr lang="pt-BR" sz="2200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031" y="1844824"/>
            <a:ext cx="8218088" cy="3212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9052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>
                <a:solidFill>
                  <a:schemeClr val="bg1"/>
                </a:solidFill>
              </a:rPr>
              <a:t>RDD - Criação</a:t>
            </a:r>
          </a:p>
        </p:txBody>
      </p:sp>
      <p:sp>
        <p:nvSpPr>
          <p:cNvPr id="6" name="4 Marcador de texto"/>
          <p:cNvSpPr>
            <a:spLocks noGrp="1"/>
          </p:cNvSpPr>
          <p:nvPr>
            <p:ph type="body" sz="quarter" idx="4294967295"/>
          </p:nvPr>
        </p:nvSpPr>
        <p:spPr>
          <a:xfrm>
            <a:off x="179512" y="1124744"/>
            <a:ext cx="8420607" cy="50405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1" indent="0" algn="just">
              <a:spcBef>
                <a:spcPts val="300"/>
              </a:spcBef>
              <a:buNone/>
              <a:defRPr/>
            </a:pPr>
            <a:r>
              <a:rPr lang="pt-BR" sz="2200" b="1" dirty="0"/>
              <a:t>Criando um RDD</a:t>
            </a:r>
            <a:endParaRPr lang="pt-BR" sz="220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780" y="2780928"/>
            <a:ext cx="8640960" cy="2027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2409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>
                <a:solidFill>
                  <a:schemeClr val="bg1"/>
                </a:solidFill>
              </a:rPr>
              <a:t>RDD - Operações</a:t>
            </a:r>
          </a:p>
        </p:txBody>
      </p:sp>
      <p:sp>
        <p:nvSpPr>
          <p:cNvPr id="6" name="4 Marcador de texto"/>
          <p:cNvSpPr>
            <a:spLocks noGrp="1"/>
          </p:cNvSpPr>
          <p:nvPr>
            <p:ph type="body" sz="quarter" idx="4294967295"/>
          </p:nvPr>
        </p:nvSpPr>
        <p:spPr>
          <a:xfrm>
            <a:off x="179512" y="1124744"/>
            <a:ext cx="8420607" cy="50405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1" indent="0" algn="just">
              <a:spcBef>
                <a:spcPts val="300"/>
              </a:spcBef>
              <a:buNone/>
              <a:defRPr/>
            </a:pPr>
            <a:r>
              <a:rPr lang="pt-BR" sz="2200" b="1" dirty="0" err="1"/>
              <a:t>rdd.map</a:t>
            </a:r>
            <a:r>
              <a:rPr lang="pt-BR" sz="2200" b="1" dirty="0"/>
              <a:t>(</a:t>
            </a:r>
            <a:r>
              <a:rPr lang="pt-BR" sz="2200" b="1" dirty="0" err="1"/>
              <a:t>func</a:t>
            </a:r>
            <a:r>
              <a:rPr lang="pt-BR" sz="2200" b="1" dirty="0"/>
              <a:t>)</a:t>
            </a:r>
            <a:endParaRPr lang="pt-BR" sz="2200" dirty="0"/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01" y="2011153"/>
            <a:ext cx="7418228" cy="4176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6920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>
                <a:solidFill>
                  <a:schemeClr val="bg1"/>
                </a:solidFill>
              </a:rPr>
              <a:t>RDD - Operações</a:t>
            </a:r>
          </a:p>
        </p:txBody>
      </p:sp>
      <p:sp>
        <p:nvSpPr>
          <p:cNvPr id="6" name="4 Marcador de texto"/>
          <p:cNvSpPr>
            <a:spLocks noGrp="1"/>
          </p:cNvSpPr>
          <p:nvPr>
            <p:ph type="body" sz="quarter" idx="4294967295"/>
          </p:nvPr>
        </p:nvSpPr>
        <p:spPr>
          <a:xfrm>
            <a:off x="179512" y="1124744"/>
            <a:ext cx="8420607" cy="50405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1" indent="0" algn="just">
              <a:spcBef>
                <a:spcPts val="300"/>
              </a:spcBef>
              <a:buNone/>
              <a:defRPr/>
            </a:pPr>
            <a:r>
              <a:rPr lang="pt-BR" sz="2200" b="1" dirty="0" err="1"/>
              <a:t>rdd.map</a:t>
            </a:r>
            <a:r>
              <a:rPr lang="pt-BR" sz="2200" b="1" dirty="0"/>
              <a:t>(</a:t>
            </a:r>
            <a:r>
              <a:rPr lang="pt-BR" sz="2200" b="1" dirty="0" err="1"/>
              <a:t>func</a:t>
            </a:r>
            <a:r>
              <a:rPr lang="pt-BR" sz="2200" b="1" dirty="0"/>
              <a:t>)</a:t>
            </a:r>
            <a:endParaRPr lang="pt-BR" sz="2200" dirty="0"/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881" y="3933056"/>
            <a:ext cx="8056238" cy="1163500"/>
          </a:xfrm>
          <a:prstGeom prst="rect">
            <a:avLst/>
          </a:prstGeom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882" y="2204274"/>
            <a:ext cx="7960766" cy="1008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118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>
                <a:solidFill>
                  <a:schemeClr val="bg1"/>
                </a:solidFill>
              </a:rPr>
              <a:t>RDD - Operações</a:t>
            </a:r>
          </a:p>
        </p:txBody>
      </p:sp>
      <p:sp>
        <p:nvSpPr>
          <p:cNvPr id="6" name="4 Marcador de texto"/>
          <p:cNvSpPr>
            <a:spLocks noGrp="1"/>
          </p:cNvSpPr>
          <p:nvPr>
            <p:ph type="body" sz="quarter" idx="4294967295"/>
          </p:nvPr>
        </p:nvSpPr>
        <p:spPr>
          <a:xfrm>
            <a:off x="179512" y="1124744"/>
            <a:ext cx="8420607" cy="50405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1" indent="0" algn="just">
              <a:spcBef>
                <a:spcPts val="300"/>
              </a:spcBef>
              <a:buNone/>
              <a:defRPr/>
            </a:pPr>
            <a:r>
              <a:rPr lang="pt-BR" sz="2200" b="1" dirty="0" err="1"/>
              <a:t>rdd.reduce</a:t>
            </a:r>
            <a:r>
              <a:rPr lang="pt-BR" sz="2200" b="1" dirty="0"/>
              <a:t>(</a:t>
            </a:r>
            <a:r>
              <a:rPr lang="pt-BR" sz="2200" b="1" dirty="0" err="1"/>
              <a:t>func</a:t>
            </a:r>
            <a:r>
              <a:rPr lang="pt-BR" sz="2200" b="1" dirty="0"/>
              <a:t>)</a:t>
            </a:r>
            <a:endParaRPr lang="pt-BR" sz="2200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90" y="1772816"/>
            <a:ext cx="8506916" cy="4789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3625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>
                <a:solidFill>
                  <a:schemeClr val="bg1"/>
                </a:solidFill>
              </a:rPr>
              <a:t>RDD - Operações</a:t>
            </a:r>
          </a:p>
        </p:txBody>
      </p:sp>
      <p:sp>
        <p:nvSpPr>
          <p:cNvPr id="6" name="4 Marcador de texto"/>
          <p:cNvSpPr>
            <a:spLocks noGrp="1"/>
          </p:cNvSpPr>
          <p:nvPr>
            <p:ph type="body" sz="quarter" idx="4294967295"/>
          </p:nvPr>
        </p:nvSpPr>
        <p:spPr>
          <a:xfrm>
            <a:off x="179512" y="1124744"/>
            <a:ext cx="8420607" cy="50405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1" indent="0" algn="just">
              <a:spcBef>
                <a:spcPts val="300"/>
              </a:spcBef>
              <a:buNone/>
              <a:defRPr/>
            </a:pPr>
            <a:r>
              <a:rPr lang="pt-BR" sz="2200" b="1" dirty="0" err="1"/>
              <a:t>rdd.reduce</a:t>
            </a:r>
            <a:r>
              <a:rPr lang="pt-BR" sz="2200" b="1" dirty="0"/>
              <a:t>(</a:t>
            </a:r>
            <a:r>
              <a:rPr lang="pt-BR" sz="2200" b="1" dirty="0" err="1"/>
              <a:t>func</a:t>
            </a:r>
            <a:r>
              <a:rPr lang="pt-BR" sz="2200" b="1" dirty="0"/>
              <a:t>)</a:t>
            </a:r>
            <a:endParaRPr lang="pt-BR" sz="2200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61" y="2011153"/>
            <a:ext cx="8095258" cy="2543168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913" y="4725144"/>
            <a:ext cx="8496944" cy="1950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202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>
                <a:solidFill>
                  <a:schemeClr val="bg1"/>
                </a:solidFill>
              </a:rPr>
              <a:t>RDD – Operações</a:t>
            </a:r>
            <a:br>
              <a:rPr lang="pt-BR" sz="2200" b="1" dirty="0">
                <a:solidFill>
                  <a:schemeClr val="bg1"/>
                </a:solidFill>
              </a:rPr>
            </a:br>
            <a:endParaRPr lang="pt-BR" sz="2200" b="1" dirty="0">
              <a:solidFill>
                <a:schemeClr val="bg1"/>
              </a:solidFill>
            </a:endParaRPr>
          </a:p>
        </p:txBody>
      </p:sp>
      <p:sp>
        <p:nvSpPr>
          <p:cNvPr id="6" name="4 Marcador de texto"/>
          <p:cNvSpPr>
            <a:spLocks noGrp="1"/>
          </p:cNvSpPr>
          <p:nvPr>
            <p:ph type="body" sz="quarter" idx="4294967295"/>
          </p:nvPr>
        </p:nvSpPr>
        <p:spPr>
          <a:xfrm>
            <a:off x="179512" y="1124744"/>
            <a:ext cx="8420607" cy="50405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1" indent="0" algn="just">
              <a:spcBef>
                <a:spcPts val="300"/>
              </a:spcBef>
              <a:buNone/>
              <a:defRPr/>
            </a:pPr>
            <a:r>
              <a:rPr lang="pt-BR" sz="2200" b="1" dirty="0" err="1"/>
              <a:t>rdd.filter</a:t>
            </a:r>
            <a:r>
              <a:rPr lang="pt-BR" sz="2200" b="1" dirty="0"/>
              <a:t>(</a:t>
            </a:r>
            <a:r>
              <a:rPr lang="pt-BR" sz="2200" b="1" dirty="0" err="1"/>
              <a:t>func</a:t>
            </a:r>
            <a:r>
              <a:rPr lang="pt-BR" sz="2200" b="1" dirty="0"/>
              <a:t>)</a:t>
            </a:r>
            <a:endParaRPr lang="pt-BR" sz="2200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523" y="2011153"/>
            <a:ext cx="8176970" cy="4603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8620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>
                <a:solidFill>
                  <a:schemeClr val="bg1"/>
                </a:solidFill>
              </a:rPr>
              <a:t>RDD - Operações</a:t>
            </a:r>
          </a:p>
        </p:txBody>
      </p:sp>
      <p:sp>
        <p:nvSpPr>
          <p:cNvPr id="6" name="4 Marcador de texto"/>
          <p:cNvSpPr>
            <a:spLocks noGrp="1"/>
          </p:cNvSpPr>
          <p:nvPr>
            <p:ph type="body" sz="quarter" idx="4294967295"/>
          </p:nvPr>
        </p:nvSpPr>
        <p:spPr>
          <a:xfrm>
            <a:off x="179512" y="1124744"/>
            <a:ext cx="8420607" cy="50405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1" indent="0" algn="just">
              <a:spcBef>
                <a:spcPts val="300"/>
              </a:spcBef>
              <a:buNone/>
              <a:defRPr/>
            </a:pPr>
            <a:r>
              <a:rPr lang="pt-BR" sz="2200" b="1" dirty="0" err="1"/>
              <a:t>rdd.filter</a:t>
            </a:r>
            <a:r>
              <a:rPr lang="pt-BR" sz="2200" b="1" dirty="0"/>
              <a:t>(</a:t>
            </a:r>
            <a:r>
              <a:rPr lang="pt-BR" sz="2200" b="1" dirty="0" err="1"/>
              <a:t>func</a:t>
            </a:r>
            <a:r>
              <a:rPr lang="pt-BR" sz="2200" b="1" dirty="0"/>
              <a:t>)</a:t>
            </a:r>
            <a:endParaRPr lang="pt-BR" sz="220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2492896"/>
            <a:ext cx="7344818" cy="952478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60" y="4309470"/>
            <a:ext cx="8267296" cy="122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3903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467544" y="1988840"/>
            <a:ext cx="1584175" cy="1584176"/>
          </a:xfrm>
        </p:spPr>
        <p:txBody>
          <a:bodyPr>
            <a:normAutofit/>
          </a:bodyPr>
          <a:lstStyle/>
          <a:p>
            <a:pPr algn="ctr"/>
            <a:br>
              <a:rPr lang="es-ES" dirty="0"/>
            </a:br>
            <a:r>
              <a:rPr lang="es-ES" dirty="0" err="1"/>
              <a:t>Exercícios</a:t>
            </a:r>
            <a:br>
              <a:rPr lang="es-ES" dirty="0"/>
            </a:br>
            <a:r>
              <a:rPr lang="es-ES" dirty="0"/>
              <a:t>Ex1: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13"/>
          </p:nvPr>
        </p:nvSpPr>
        <p:spPr>
          <a:xfrm>
            <a:off x="2987824" y="1988840"/>
            <a:ext cx="5976664" cy="4752528"/>
          </a:xfrm>
        </p:spPr>
        <p:txBody>
          <a:bodyPr>
            <a:normAutofit/>
          </a:bodyPr>
          <a:lstStyle/>
          <a:p>
            <a:pPr marL="2857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/>
              <a:t>Leia o arquivo map_reduce_numbers.txt e transforme num RDD.</a:t>
            </a:r>
          </a:p>
          <a:p>
            <a:pPr marL="2857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/>
              <a:t>Com a função </a:t>
            </a:r>
            <a:r>
              <a:rPr lang="pt-BR" sz="1800" dirty="0" err="1"/>
              <a:t>map</a:t>
            </a:r>
            <a:r>
              <a:rPr lang="pt-BR" sz="1800" dirty="0"/>
              <a:t>, crie um </a:t>
            </a:r>
            <a:r>
              <a:rPr lang="pt-BR" sz="1800" dirty="0" err="1"/>
              <a:t>rdd</a:t>
            </a:r>
            <a:r>
              <a:rPr lang="pt-BR" sz="1800" dirty="0"/>
              <a:t> com o quadrado de cada número</a:t>
            </a:r>
          </a:p>
          <a:p>
            <a:pPr marL="2857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/>
              <a:t>Com a função </a:t>
            </a:r>
            <a:r>
              <a:rPr lang="pt-BR" sz="1800" dirty="0" err="1"/>
              <a:t>reduce</a:t>
            </a:r>
            <a:r>
              <a:rPr lang="pt-BR" sz="1800" dirty="0"/>
              <a:t>, traga a somatória de todos os números</a:t>
            </a:r>
          </a:p>
          <a:p>
            <a:pPr marL="2857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/>
              <a:t>Crie um </a:t>
            </a:r>
            <a:r>
              <a:rPr lang="pt-BR" sz="1800" dirty="0" err="1"/>
              <a:t>rdd</a:t>
            </a:r>
            <a:r>
              <a:rPr lang="pt-BR" sz="1800" dirty="0"/>
              <a:t> apenas com os números múltiplos de 10, porém este </a:t>
            </a:r>
            <a:r>
              <a:rPr lang="pt-BR" sz="1800" dirty="0" err="1"/>
              <a:t>rdd</a:t>
            </a:r>
            <a:r>
              <a:rPr lang="pt-BR" sz="1800" dirty="0"/>
              <a:t> deve conter os números por extenso.</a:t>
            </a:r>
          </a:p>
          <a:p>
            <a:pPr marL="2857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endParaRPr lang="pt-BR" sz="1800" dirty="0"/>
          </a:p>
          <a:p>
            <a:pPr marL="2857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endParaRPr lang="pt-BR" sz="1800" dirty="0"/>
          </a:p>
          <a:p>
            <a:pPr marL="2857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endParaRPr lang="pt-BR" sz="1800" dirty="0"/>
          </a:p>
          <a:p>
            <a:pPr marL="0" indent="0" algn="just">
              <a:spcBef>
                <a:spcPts val="300"/>
              </a:spcBef>
              <a:buNone/>
              <a:defRPr/>
            </a:pPr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2205571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>
                <a:solidFill>
                  <a:schemeClr val="bg1"/>
                </a:solidFill>
              </a:rPr>
              <a:t>RDD - Operações</a:t>
            </a:r>
          </a:p>
        </p:txBody>
      </p:sp>
      <p:sp>
        <p:nvSpPr>
          <p:cNvPr id="6" name="4 Marcador de texto"/>
          <p:cNvSpPr>
            <a:spLocks noGrp="1"/>
          </p:cNvSpPr>
          <p:nvPr>
            <p:ph type="body" sz="quarter" idx="4294967295"/>
          </p:nvPr>
        </p:nvSpPr>
        <p:spPr>
          <a:xfrm>
            <a:off x="179512" y="1124744"/>
            <a:ext cx="8420607" cy="50405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1" indent="0" algn="just">
              <a:spcBef>
                <a:spcPts val="300"/>
              </a:spcBef>
              <a:buNone/>
              <a:defRPr/>
            </a:pPr>
            <a:r>
              <a:rPr lang="pt-BR" sz="2200" b="1" dirty="0" err="1"/>
              <a:t>rdd.flatMap</a:t>
            </a:r>
            <a:r>
              <a:rPr lang="pt-BR" sz="2200" b="1" dirty="0"/>
              <a:t>(</a:t>
            </a:r>
            <a:r>
              <a:rPr lang="pt-BR" sz="2200" b="1" dirty="0" err="1"/>
              <a:t>func</a:t>
            </a:r>
            <a:r>
              <a:rPr lang="pt-BR" sz="2200" b="1" dirty="0"/>
              <a:t>)</a:t>
            </a:r>
            <a:endParaRPr lang="pt-BR" sz="2200" dirty="0"/>
          </a:p>
        </p:txBody>
      </p:sp>
      <p:pic>
        <p:nvPicPr>
          <p:cNvPr id="11266" name="Picture 2" descr="https://raw.githubusercontent.com/raazesh-sainudiin/scalable-data-science/master/db/visualapi/med/visualapi-3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566" y="2011153"/>
            <a:ext cx="7664498" cy="4315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62560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>
                <a:solidFill>
                  <a:schemeClr val="bg1"/>
                </a:solidFill>
              </a:rPr>
              <a:t>RDD - Operações</a:t>
            </a:r>
          </a:p>
        </p:txBody>
      </p:sp>
      <p:sp>
        <p:nvSpPr>
          <p:cNvPr id="6" name="4 Marcador de texto"/>
          <p:cNvSpPr>
            <a:spLocks noGrp="1"/>
          </p:cNvSpPr>
          <p:nvPr>
            <p:ph type="body" sz="quarter" idx="4294967295"/>
          </p:nvPr>
        </p:nvSpPr>
        <p:spPr>
          <a:xfrm>
            <a:off x="179512" y="1124744"/>
            <a:ext cx="8420607" cy="50405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1" indent="0" algn="just">
              <a:spcBef>
                <a:spcPts val="300"/>
              </a:spcBef>
              <a:buNone/>
              <a:defRPr/>
            </a:pPr>
            <a:r>
              <a:rPr lang="pt-BR" sz="2200" b="1" dirty="0" err="1"/>
              <a:t>rdd.flatMap</a:t>
            </a:r>
            <a:r>
              <a:rPr lang="pt-BR" sz="2200" b="1" dirty="0"/>
              <a:t>(</a:t>
            </a:r>
            <a:r>
              <a:rPr lang="pt-BR" sz="2200" b="1" dirty="0" err="1"/>
              <a:t>func</a:t>
            </a:r>
            <a:r>
              <a:rPr lang="pt-BR" sz="2200" b="1" dirty="0"/>
              <a:t>)</a:t>
            </a:r>
            <a:endParaRPr lang="pt-BR" sz="2200" dirty="0"/>
          </a:p>
        </p:txBody>
      </p:sp>
      <p:pic>
        <p:nvPicPr>
          <p:cNvPr id="22530" name="Picture 2" descr="Resultado de imagem para difference between flatmap and ma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1340" y="1628800"/>
            <a:ext cx="6076950" cy="4562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ixaDeTexto 7"/>
          <p:cNvSpPr txBox="1"/>
          <p:nvPr/>
        </p:nvSpPr>
        <p:spPr>
          <a:xfrm>
            <a:off x="0" y="6587157"/>
            <a:ext cx="91590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00" dirty="0">
                <a:solidFill>
                  <a:srgbClr val="12020D"/>
                </a:solidFill>
              </a:rPr>
              <a:t>Fonte: https://pt.slideshare.net/frodriguezolivera/apache-spark-41601032</a:t>
            </a:r>
          </a:p>
        </p:txBody>
      </p:sp>
    </p:spTree>
    <p:extLst>
      <p:ext uri="{BB962C8B-B14F-4D97-AF65-F5344CB8AC3E}">
        <p14:creationId xmlns:p14="http://schemas.microsoft.com/office/powerpoint/2010/main" val="34494355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>
                <a:solidFill>
                  <a:schemeClr val="bg1"/>
                </a:solidFill>
              </a:rPr>
              <a:t>RDD - Operações</a:t>
            </a:r>
          </a:p>
        </p:txBody>
      </p:sp>
      <p:sp>
        <p:nvSpPr>
          <p:cNvPr id="6" name="4 Marcador de texto"/>
          <p:cNvSpPr>
            <a:spLocks noGrp="1"/>
          </p:cNvSpPr>
          <p:nvPr>
            <p:ph type="body" sz="quarter" idx="4294967295"/>
          </p:nvPr>
        </p:nvSpPr>
        <p:spPr>
          <a:xfrm>
            <a:off x="179512" y="1124744"/>
            <a:ext cx="8420607" cy="50405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1" indent="0" algn="just">
              <a:spcBef>
                <a:spcPts val="300"/>
              </a:spcBef>
              <a:buNone/>
              <a:defRPr/>
            </a:pPr>
            <a:r>
              <a:rPr lang="pt-BR" sz="2200" b="1" dirty="0" err="1"/>
              <a:t>rdd.flatMap</a:t>
            </a:r>
            <a:r>
              <a:rPr lang="pt-BR" sz="2200" b="1" dirty="0"/>
              <a:t>(</a:t>
            </a:r>
            <a:r>
              <a:rPr lang="pt-BR" sz="2200" b="1" dirty="0" err="1"/>
              <a:t>func</a:t>
            </a:r>
            <a:r>
              <a:rPr lang="pt-BR" sz="2200" b="1" dirty="0"/>
              <a:t>)</a:t>
            </a:r>
            <a:endParaRPr lang="pt-BR" sz="2200" dirty="0"/>
          </a:p>
        </p:txBody>
      </p:sp>
      <p:sp>
        <p:nvSpPr>
          <p:cNvPr id="8" name="CaixaDeTexto 7"/>
          <p:cNvSpPr txBox="1"/>
          <p:nvPr/>
        </p:nvSpPr>
        <p:spPr>
          <a:xfrm>
            <a:off x="0" y="6587157"/>
            <a:ext cx="91590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00" dirty="0">
                <a:solidFill>
                  <a:srgbClr val="12020D"/>
                </a:solidFill>
              </a:rPr>
              <a:t>Fonte: https://github.com/vaquarkhan/vk-wiki-notes/wiki/Difference-between-flatMap()-and-map()-on-an-RDD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360" y="1628800"/>
            <a:ext cx="6210300" cy="215265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323" y="3789040"/>
            <a:ext cx="8334375" cy="248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9718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>
                <a:solidFill>
                  <a:schemeClr val="bg1"/>
                </a:solidFill>
              </a:rPr>
              <a:t>RDD - Operações</a:t>
            </a:r>
          </a:p>
        </p:txBody>
      </p:sp>
      <p:sp>
        <p:nvSpPr>
          <p:cNvPr id="6" name="4 Marcador de texto"/>
          <p:cNvSpPr>
            <a:spLocks noGrp="1"/>
          </p:cNvSpPr>
          <p:nvPr>
            <p:ph type="body" sz="quarter" idx="4294967295"/>
          </p:nvPr>
        </p:nvSpPr>
        <p:spPr>
          <a:xfrm>
            <a:off x="179512" y="1124744"/>
            <a:ext cx="8420607" cy="50405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1" indent="0" algn="just">
              <a:spcBef>
                <a:spcPts val="300"/>
              </a:spcBef>
              <a:buNone/>
              <a:defRPr/>
            </a:pPr>
            <a:r>
              <a:rPr lang="pt-BR" sz="2200" b="1" dirty="0" err="1"/>
              <a:t>rdd.flatMap</a:t>
            </a:r>
            <a:r>
              <a:rPr lang="pt-BR" sz="2200" b="1" dirty="0"/>
              <a:t>(</a:t>
            </a:r>
            <a:r>
              <a:rPr lang="pt-BR" sz="2200" b="1" dirty="0" err="1"/>
              <a:t>func</a:t>
            </a:r>
            <a:r>
              <a:rPr lang="pt-BR" sz="2200" b="1" dirty="0"/>
              <a:t>)</a:t>
            </a:r>
            <a:endParaRPr lang="pt-BR" sz="220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780" y="2011153"/>
            <a:ext cx="8434333" cy="1867437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780" y="4509120"/>
            <a:ext cx="8300236" cy="1490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3481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>
                <a:solidFill>
                  <a:schemeClr val="bg1"/>
                </a:solidFill>
              </a:rPr>
              <a:t>RDD - Operações</a:t>
            </a:r>
          </a:p>
        </p:txBody>
      </p:sp>
      <p:sp>
        <p:nvSpPr>
          <p:cNvPr id="6" name="4 Marcador de texto"/>
          <p:cNvSpPr>
            <a:spLocks noGrp="1"/>
          </p:cNvSpPr>
          <p:nvPr>
            <p:ph type="body" sz="quarter" idx="4294967295"/>
          </p:nvPr>
        </p:nvSpPr>
        <p:spPr>
          <a:xfrm>
            <a:off x="179512" y="1124744"/>
            <a:ext cx="8420607" cy="50405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1" indent="0" algn="just">
              <a:spcBef>
                <a:spcPts val="300"/>
              </a:spcBef>
              <a:buNone/>
              <a:defRPr/>
            </a:pPr>
            <a:r>
              <a:rPr lang="pt-BR" sz="2200" b="1" dirty="0" err="1"/>
              <a:t>rdd.reduceByKey</a:t>
            </a:r>
            <a:r>
              <a:rPr lang="pt-BR" sz="2200" b="1" dirty="0"/>
              <a:t>(</a:t>
            </a:r>
            <a:r>
              <a:rPr lang="pt-BR" sz="2200" b="1" dirty="0" err="1"/>
              <a:t>func</a:t>
            </a:r>
            <a:r>
              <a:rPr lang="pt-BR" sz="2200" b="1" dirty="0"/>
              <a:t>)</a:t>
            </a:r>
            <a:endParaRPr lang="pt-BR" sz="2200" dirty="0"/>
          </a:p>
        </p:txBody>
      </p:sp>
      <p:pic>
        <p:nvPicPr>
          <p:cNvPr id="21506" name="Picture 2" descr="https://raw.githubusercontent.com/raazesh-sainudiin/scalable-data-science/master/db/visualapi/med/visualapi-44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7" t="9760" r="13566"/>
          <a:stretch/>
        </p:blipFill>
        <p:spPr bwMode="auto">
          <a:xfrm>
            <a:off x="1172880" y="1584987"/>
            <a:ext cx="6433870" cy="4003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340" y="5457825"/>
            <a:ext cx="6076950" cy="140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9499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lvl="1" indent="-285750">
              <a:spcBef>
                <a:spcPts val="300"/>
              </a:spcBef>
              <a:defRPr/>
            </a:pPr>
            <a:r>
              <a:rPr lang="pt-BR" sz="2200" b="1" dirty="0">
                <a:solidFill>
                  <a:schemeClr val="bg1"/>
                </a:solidFill>
              </a:rPr>
              <a:t>RDD - Operações</a:t>
            </a:r>
          </a:p>
        </p:txBody>
      </p:sp>
      <p:sp>
        <p:nvSpPr>
          <p:cNvPr id="6" name="4 Marcador de texto"/>
          <p:cNvSpPr>
            <a:spLocks noGrp="1"/>
          </p:cNvSpPr>
          <p:nvPr>
            <p:ph type="body" sz="quarter" idx="4294967295"/>
          </p:nvPr>
        </p:nvSpPr>
        <p:spPr>
          <a:xfrm>
            <a:off x="179512" y="1124744"/>
            <a:ext cx="8420607" cy="50405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1" indent="0" algn="just">
              <a:spcBef>
                <a:spcPts val="300"/>
              </a:spcBef>
              <a:buNone/>
              <a:defRPr/>
            </a:pPr>
            <a:r>
              <a:rPr lang="pt-BR" sz="2200" b="1" dirty="0" err="1"/>
              <a:t>rdd.sortByKey</a:t>
            </a:r>
            <a:r>
              <a:rPr lang="pt-BR" sz="2200" b="1" dirty="0"/>
              <a:t>(</a:t>
            </a:r>
            <a:r>
              <a:rPr lang="pt-BR" sz="2200" b="1" dirty="0" err="1"/>
              <a:t>func</a:t>
            </a:r>
            <a:r>
              <a:rPr lang="pt-BR" sz="2200" b="1" dirty="0"/>
              <a:t>)</a:t>
            </a:r>
            <a:endParaRPr lang="pt-BR" sz="2200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2636912"/>
            <a:ext cx="7855520" cy="201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3719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467544" y="1988840"/>
            <a:ext cx="1584175" cy="1584176"/>
          </a:xfrm>
        </p:spPr>
        <p:txBody>
          <a:bodyPr>
            <a:normAutofit/>
          </a:bodyPr>
          <a:lstStyle/>
          <a:p>
            <a:pPr algn="ctr"/>
            <a:br>
              <a:rPr lang="es-ES" dirty="0"/>
            </a:br>
            <a:r>
              <a:rPr lang="es-ES" dirty="0" err="1"/>
              <a:t>Exercícios</a:t>
            </a:r>
            <a:br>
              <a:rPr lang="es-ES" dirty="0"/>
            </a:br>
            <a:r>
              <a:rPr lang="es-ES" dirty="0"/>
              <a:t>Ex2: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13"/>
          </p:nvPr>
        </p:nvSpPr>
        <p:spPr>
          <a:xfrm>
            <a:off x="2987824" y="1988840"/>
            <a:ext cx="5976664" cy="4752528"/>
          </a:xfrm>
        </p:spPr>
        <p:txBody>
          <a:bodyPr>
            <a:normAutofit/>
          </a:bodyPr>
          <a:lstStyle/>
          <a:p>
            <a:pPr marL="2857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/>
              <a:t>Leia o Arquivo lorem_ipsum.txt e crie um </a:t>
            </a:r>
            <a:r>
              <a:rPr lang="pt-BR" sz="1800" dirty="0" err="1"/>
              <a:t>wordcount</a:t>
            </a:r>
            <a:r>
              <a:rPr lang="pt-BR" sz="1800" dirty="0"/>
              <a:t>. FAÇA O SEU PRÓPRIO SCRIPT, NÃO BUSQUE NA INTERNET PRONTO</a:t>
            </a:r>
          </a:p>
          <a:p>
            <a:pPr marL="2857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endParaRPr lang="pt-BR" sz="1800" dirty="0"/>
          </a:p>
          <a:p>
            <a:pPr marL="2857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endParaRPr lang="pt-BR" sz="1800" dirty="0"/>
          </a:p>
          <a:p>
            <a:pPr marL="0" indent="0" algn="just">
              <a:spcBef>
                <a:spcPts val="300"/>
              </a:spcBef>
              <a:buNone/>
              <a:defRPr/>
            </a:pPr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20394080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467544" y="1988840"/>
            <a:ext cx="1584175" cy="1584176"/>
          </a:xfrm>
        </p:spPr>
        <p:txBody>
          <a:bodyPr>
            <a:normAutofit/>
          </a:bodyPr>
          <a:lstStyle/>
          <a:p>
            <a:pPr algn="ctr"/>
            <a:br>
              <a:rPr lang="es-ES" dirty="0"/>
            </a:br>
            <a:r>
              <a:rPr lang="es-ES" dirty="0" err="1"/>
              <a:t>Exercícios</a:t>
            </a:r>
            <a:br>
              <a:rPr lang="es-ES" dirty="0"/>
            </a:br>
            <a:r>
              <a:rPr lang="es-ES" dirty="0"/>
              <a:t>Ex3: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13"/>
          </p:nvPr>
        </p:nvSpPr>
        <p:spPr>
          <a:xfrm>
            <a:off x="2987824" y="1988840"/>
            <a:ext cx="5976664" cy="4752528"/>
          </a:xfrm>
        </p:spPr>
        <p:txBody>
          <a:bodyPr>
            <a:normAutofit/>
          </a:bodyPr>
          <a:lstStyle/>
          <a:p>
            <a:pPr marL="2857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/>
              <a:t>Leia o Arquivo dataset.txt. O presente arquivo possui o seguinte layout:</a:t>
            </a:r>
          </a:p>
          <a:p>
            <a:pPr marL="738188" lvl="2" indent="-285750" algn="just">
              <a:spcBef>
                <a:spcPts val="300"/>
              </a:spcBef>
              <a:defRPr/>
            </a:pPr>
            <a:r>
              <a:rPr lang="pt-BR" sz="1600" dirty="0"/>
              <a:t>date: posição inicial 1, final 17; formato (DD-MES-AAAA HH:MM)</a:t>
            </a:r>
          </a:p>
          <a:p>
            <a:pPr marL="738188" lvl="2" indent="-285750" algn="just">
              <a:spcBef>
                <a:spcPts val="300"/>
              </a:spcBef>
              <a:defRPr/>
            </a:pPr>
            <a:r>
              <a:rPr lang="pt-BR" sz="1600" dirty="0" err="1"/>
              <a:t>timestamap</a:t>
            </a:r>
            <a:r>
              <a:rPr lang="pt-BR" sz="1600" dirty="0"/>
              <a:t>: posição inicial 18, final 27; formato (</a:t>
            </a:r>
            <a:r>
              <a:rPr lang="pt-BR" sz="1600" dirty="0" err="1"/>
              <a:t>timestamp</a:t>
            </a:r>
            <a:r>
              <a:rPr lang="pt-BR" sz="1600" dirty="0"/>
              <a:t>)</a:t>
            </a:r>
          </a:p>
          <a:p>
            <a:pPr marL="738188" lvl="2" indent="-285750" algn="just">
              <a:spcBef>
                <a:spcPts val="300"/>
              </a:spcBef>
              <a:defRPr/>
            </a:pPr>
            <a:r>
              <a:rPr lang="pt-BR" sz="1600" dirty="0" err="1"/>
              <a:t>Value</a:t>
            </a:r>
            <a:r>
              <a:rPr lang="pt-BR" sz="1600" dirty="0"/>
              <a:t>: posição inicial 28, final 30; formato (</a:t>
            </a:r>
            <a:r>
              <a:rPr lang="pt-BR" sz="1600" dirty="0" err="1"/>
              <a:t>float</a:t>
            </a:r>
            <a:r>
              <a:rPr lang="pt-BR" sz="1600" dirty="0"/>
              <a:t>)</a:t>
            </a:r>
          </a:p>
          <a:p>
            <a:pPr marL="738188" lvl="2" indent="-285750" algn="just">
              <a:spcBef>
                <a:spcPts val="300"/>
              </a:spcBef>
              <a:defRPr/>
            </a:pPr>
            <a:endParaRPr lang="pt-BR" sz="1600" dirty="0"/>
          </a:p>
          <a:p>
            <a:pPr marL="2857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/>
              <a:t>Use o arquivo validate.txt para aplicar funções de validação conforme explicado no treinamento</a:t>
            </a:r>
          </a:p>
          <a:p>
            <a:pPr marL="738188" lvl="2" indent="-285750" algn="just">
              <a:spcBef>
                <a:spcPts val="300"/>
              </a:spcBef>
              <a:defRPr/>
            </a:pPr>
            <a:endParaRPr lang="pt-BR" sz="1600" dirty="0"/>
          </a:p>
          <a:p>
            <a:pPr marL="285750" lvl="1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endParaRPr lang="pt-BR" sz="1800" dirty="0"/>
          </a:p>
          <a:p>
            <a:pPr marL="0" indent="0" algn="just">
              <a:spcBef>
                <a:spcPts val="300"/>
              </a:spcBef>
              <a:buNone/>
              <a:defRPr/>
            </a:pPr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2938550271"/>
      </p:ext>
    </p:extLst>
  </p:cSld>
  <p:clrMapOvr>
    <a:masterClrMapping/>
  </p:clrMapOvr>
</p:sld>
</file>

<file path=ppt/theme/theme1.xml><?xml version="1.0" encoding="utf-8"?>
<a:theme xmlns:a="http://schemas.openxmlformats.org/drawingml/2006/main" name="People">
  <a:themeElements>
    <a:clrScheme name="everis universidad corporativa">
      <a:dk1>
        <a:srgbClr val="FFFFFF"/>
      </a:dk1>
      <a:lt1>
        <a:srgbClr val="FFFFFF"/>
      </a:lt1>
      <a:dk2>
        <a:srgbClr val="960F68"/>
      </a:dk2>
      <a:lt2>
        <a:srgbClr val="969696"/>
      </a:lt2>
      <a:accent1>
        <a:srgbClr val="960F68"/>
      </a:accent1>
      <a:accent2>
        <a:srgbClr val="969696"/>
      </a:accent2>
      <a:accent3>
        <a:srgbClr val="960F68"/>
      </a:accent3>
      <a:accent4>
        <a:srgbClr val="969696"/>
      </a:accent4>
      <a:accent5>
        <a:srgbClr val="960F68"/>
      </a:accent5>
      <a:accent6>
        <a:srgbClr val="969696"/>
      </a:accent6>
      <a:hlink>
        <a:srgbClr val="960F68"/>
      </a:hlink>
      <a:folHlink>
        <a:srgbClr val="FFFFFF"/>
      </a:folHlink>
    </a:clrScheme>
    <a:fontScheme name="Clásico de Office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ople">
  <a:themeElements>
    <a:clrScheme name="everis universidad corporativa">
      <a:dk1>
        <a:srgbClr val="FFFFFF"/>
      </a:dk1>
      <a:lt1>
        <a:srgbClr val="FFFFFF"/>
      </a:lt1>
      <a:dk2>
        <a:srgbClr val="960F68"/>
      </a:dk2>
      <a:lt2>
        <a:srgbClr val="969696"/>
      </a:lt2>
      <a:accent1>
        <a:srgbClr val="960F68"/>
      </a:accent1>
      <a:accent2>
        <a:srgbClr val="969696"/>
      </a:accent2>
      <a:accent3>
        <a:srgbClr val="960F68"/>
      </a:accent3>
      <a:accent4>
        <a:srgbClr val="969696"/>
      </a:accent4>
      <a:accent5>
        <a:srgbClr val="960F68"/>
      </a:accent5>
      <a:accent6>
        <a:srgbClr val="969696"/>
      </a:accent6>
      <a:hlink>
        <a:srgbClr val="960F68"/>
      </a:hlink>
      <a:folHlink>
        <a:srgbClr val="FFFFFF"/>
      </a:folHlink>
    </a:clrScheme>
    <a:fontScheme name="Clásico de Office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Business">
  <a:themeElements>
    <a:clrScheme name="everis universidad corporativa">
      <a:dk1>
        <a:srgbClr val="FFFFFF"/>
      </a:dk1>
      <a:lt1>
        <a:srgbClr val="FFFFFF"/>
      </a:lt1>
      <a:dk2>
        <a:srgbClr val="960F68"/>
      </a:dk2>
      <a:lt2>
        <a:srgbClr val="969696"/>
      </a:lt2>
      <a:accent1>
        <a:srgbClr val="960F68"/>
      </a:accent1>
      <a:accent2>
        <a:srgbClr val="969696"/>
      </a:accent2>
      <a:accent3>
        <a:srgbClr val="960F68"/>
      </a:accent3>
      <a:accent4>
        <a:srgbClr val="969696"/>
      </a:accent4>
      <a:accent5>
        <a:srgbClr val="960F68"/>
      </a:accent5>
      <a:accent6>
        <a:srgbClr val="969696"/>
      </a:accent6>
      <a:hlink>
        <a:srgbClr val="960F68"/>
      </a:hlink>
      <a:folHlink>
        <a:srgbClr val="FFFFFF"/>
      </a:folHlink>
    </a:clrScheme>
    <a:fontScheme name="Clásico de Office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12738</TotalTime>
  <Words>774</Words>
  <Application>Microsoft Office PowerPoint</Application>
  <PresentationFormat>Apresentação na tela (4:3)</PresentationFormat>
  <Paragraphs>131</Paragraphs>
  <Slides>29</Slides>
  <Notes>28</Notes>
  <HiddenSlides>0</HiddenSlides>
  <MMClips>0</MMClips>
  <ScaleCrop>false</ScaleCrop>
  <HeadingPairs>
    <vt:vector size="4" baseType="variant">
      <vt:variant>
        <vt:lpstr>Tema</vt:lpstr>
      </vt:variant>
      <vt:variant>
        <vt:i4>3</vt:i4>
      </vt:variant>
      <vt:variant>
        <vt:lpstr>Títulos de slides</vt:lpstr>
      </vt:variant>
      <vt:variant>
        <vt:i4>29</vt:i4>
      </vt:variant>
    </vt:vector>
  </HeadingPairs>
  <TitlesOfParts>
    <vt:vector size="32" baseType="lpstr">
      <vt:lpstr>People</vt:lpstr>
      <vt:lpstr>1_People</vt:lpstr>
      <vt:lpstr>Business</vt:lpstr>
      <vt:lpstr>Pyspark</vt:lpstr>
      <vt:lpstr>Pyspark com RDD</vt:lpstr>
      <vt:lpstr>Spark</vt:lpstr>
      <vt:lpstr>Spark – On Yarn</vt:lpstr>
      <vt:lpstr>Spark - RDD</vt:lpstr>
      <vt:lpstr>Spark - RDD</vt:lpstr>
      <vt:lpstr>Spark - RDD</vt:lpstr>
      <vt:lpstr>Spark - RDD</vt:lpstr>
      <vt:lpstr>Spark - RDD</vt:lpstr>
      <vt:lpstr>Pyspark com RDD</vt:lpstr>
      <vt:lpstr>Spark - RDD</vt:lpstr>
      <vt:lpstr>RDD - Criação</vt:lpstr>
      <vt:lpstr>RDD - Criação</vt:lpstr>
      <vt:lpstr>RDD - Criação</vt:lpstr>
      <vt:lpstr>RDD - Operações</vt:lpstr>
      <vt:lpstr>RDD - Operações</vt:lpstr>
      <vt:lpstr>RDD - Operações</vt:lpstr>
      <vt:lpstr>RDD - Operações</vt:lpstr>
      <vt:lpstr>RDD – Operações </vt:lpstr>
      <vt:lpstr>RDD - Operações</vt:lpstr>
      <vt:lpstr> Exercícios Ex1:</vt:lpstr>
      <vt:lpstr>RDD - Operações</vt:lpstr>
      <vt:lpstr>RDD - Operações</vt:lpstr>
      <vt:lpstr>RDD - Operações</vt:lpstr>
      <vt:lpstr>RDD - Operações</vt:lpstr>
      <vt:lpstr>RDD - Operações</vt:lpstr>
      <vt:lpstr>RDD - Operações</vt:lpstr>
      <vt:lpstr> Exercícios Ex2:</vt:lpstr>
      <vt:lpstr> Exercícios Ex3:</vt:lpstr>
    </vt:vector>
  </TitlesOfParts>
  <Company>Everis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Raquel Capilla Blázquez</dc:creator>
  <cp:lastModifiedBy>Leandro Mendes Ferreira</cp:lastModifiedBy>
  <cp:revision>239</cp:revision>
  <dcterms:created xsi:type="dcterms:W3CDTF">2015-12-09T09:46:48Z</dcterms:created>
  <dcterms:modified xsi:type="dcterms:W3CDTF">2026-05-28T16:58:03Z</dcterms:modified>
</cp:coreProperties>
</file>